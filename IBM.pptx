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18288000" cy="10287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9" y="9686925"/>
            <a:ext cx="2153221" cy="5143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89447" y="2506961"/>
            <a:ext cx="9451975" cy="143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9058" y="5143500"/>
            <a:ext cx="8727248" cy="49090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0"/>
            <a:ext cx="8727248" cy="490907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3343274" cy="716696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09529" y="0"/>
            <a:ext cx="3343274" cy="73551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764" y="-100039"/>
            <a:ext cx="15566390" cy="294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1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842" y="3066530"/>
            <a:ext cx="9923780" cy="4281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hyperlink" Target="https://vlgrho-my-site-t8dn9udt-diddimeghana525.wix-vibe.com/" TargetMode="External"/><Relationship Id="rId4" Type="http://schemas.openxmlformats.org/officeDocument/2006/relationships/image" Target="../media/image3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250" spc="900"/>
              <a:t>NOTE/</a:t>
            </a:r>
            <a:r>
              <a:rPr dirty="0" sz="9250" spc="55"/>
              <a:t> </a:t>
            </a:r>
            <a:r>
              <a:rPr dirty="0" sz="9250" spc="355"/>
              <a:t>2</a:t>
            </a:r>
            <a:r>
              <a:rPr dirty="0" sz="9250" spc="60"/>
              <a:t> </a:t>
            </a:r>
            <a:r>
              <a:rPr dirty="0" sz="9250" spc="1005"/>
              <a:t>COMIC</a:t>
            </a:r>
            <a:endParaRPr sz="9250"/>
          </a:p>
        </p:txBody>
      </p:sp>
      <p:sp>
        <p:nvSpPr>
          <p:cNvPr id="3" name="object 3" descr=""/>
          <p:cNvSpPr txBox="1"/>
          <p:nvPr/>
        </p:nvSpPr>
        <p:spPr>
          <a:xfrm>
            <a:off x="2454784" y="5672404"/>
            <a:ext cx="7138034" cy="873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69975" algn="l"/>
                <a:tab pos="2577465" algn="l"/>
                <a:tab pos="4073525" algn="l"/>
                <a:tab pos="5021580" algn="l"/>
                <a:tab pos="5718175" algn="l"/>
              </a:tabLst>
            </a:pPr>
            <a:r>
              <a:rPr dirty="0" sz="5550" spc="-990">
                <a:solidFill>
                  <a:srgbClr val="FFFFFF"/>
                </a:solidFill>
                <a:latin typeface="Tahoma"/>
                <a:cs typeface="Tahoma"/>
              </a:rPr>
              <a:t>let</a:t>
            </a:r>
            <a:r>
              <a:rPr dirty="0" sz="55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5550" spc="-64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55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5550" spc="-1035">
                <a:solidFill>
                  <a:srgbClr val="FFFFFF"/>
                </a:solidFill>
                <a:latin typeface="Tahoma"/>
                <a:cs typeface="Tahoma"/>
              </a:rPr>
              <a:t>notes</a:t>
            </a:r>
            <a:r>
              <a:rPr dirty="0" sz="55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5550" spc="-850">
                <a:solidFill>
                  <a:srgbClr val="FFFFFF"/>
                </a:solidFill>
                <a:latin typeface="Tahoma"/>
                <a:cs typeface="Tahoma"/>
              </a:rPr>
              <a:t>tell</a:t>
            </a:r>
            <a:r>
              <a:rPr dirty="0" sz="55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5550" spc="-894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55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5550" spc="-505">
                <a:solidFill>
                  <a:srgbClr val="FFFFFF"/>
                </a:solidFill>
                <a:latin typeface="Tahoma"/>
                <a:cs typeface="Tahoma"/>
              </a:rPr>
              <a:t>story!</a:t>
            </a:r>
            <a:endParaRPr sz="5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5597" rIns="0" bIns="0" rtlCol="0" vert="horz">
            <a:spAutoFit/>
          </a:bodyPr>
          <a:lstStyle/>
          <a:p>
            <a:pPr marL="4443095">
              <a:lnSpc>
                <a:spcPct val="100000"/>
              </a:lnSpc>
              <a:spcBef>
                <a:spcPts val="110"/>
              </a:spcBef>
            </a:pPr>
            <a:r>
              <a:rPr dirty="0" sz="7850" spc="770"/>
              <a:t>INTRODUCTION</a:t>
            </a:r>
            <a:endParaRPr sz="7850"/>
          </a:p>
        </p:txBody>
      </p:sp>
      <p:sp>
        <p:nvSpPr>
          <p:cNvPr id="3" name="object 3" descr=""/>
          <p:cNvSpPr txBox="1"/>
          <p:nvPr/>
        </p:nvSpPr>
        <p:spPr>
          <a:xfrm>
            <a:off x="1169566" y="3707370"/>
            <a:ext cx="15771494" cy="4359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84835">
              <a:lnSpc>
                <a:spcPct val="116100"/>
              </a:lnSpc>
              <a:spcBef>
                <a:spcPts val="95"/>
              </a:spcBef>
            </a:pP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Notes</a:t>
            </a:r>
            <a:r>
              <a:rPr dirty="0" sz="3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31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Comic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75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260">
                <a:solidFill>
                  <a:srgbClr val="FFFFFF"/>
                </a:solidFill>
                <a:latin typeface="Lucida Sans Unicode"/>
                <a:cs typeface="Lucida Sans Unicode"/>
              </a:rPr>
              <a:t>AI-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based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website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35">
                <a:solidFill>
                  <a:srgbClr val="FFFFFF"/>
                </a:solidFill>
                <a:latin typeface="Lucida Sans Unicode"/>
                <a:cs typeface="Lucida Sans Unicode"/>
              </a:rPr>
              <a:t>designed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5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85">
                <a:solidFill>
                  <a:srgbClr val="FFFFFF"/>
                </a:solidFill>
                <a:latin typeface="Lucida Sans Unicode"/>
                <a:cs typeface="Lucida Sans Unicode"/>
              </a:rPr>
              <a:t>make</a:t>
            </a:r>
            <a:r>
              <a:rPr dirty="0" sz="3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45">
                <a:solidFill>
                  <a:srgbClr val="FFFFFF"/>
                </a:solidFill>
                <a:latin typeface="Lucida Sans Unicode"/>
                <a:cs typeface="Lucida Sans Unicode"/>
              </a:rPr>
              <a:t>learning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easier, faster,</a:t>
            </a:r>
            <a:r>
              <a:rPr dirty="0" sz="3500" spc="-2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3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50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more</a:t>
            </a:r>
            <a:r>
              <a:rPr dirty="0" sz="350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engaging.</a:t>
            </a:r>
            <a:endParaRPr sz="3500">
              <a:latin typeface="Lucida Sans Unicode"/>
              <a:cs typeface="Lucida Sans Unicode"/>
            </a:endParaRPr>
          </a:p>
          <a:p>
            <a:pPr marL="12700" marR="5080">
              <a:lnSpc>
                <a:spcPts val="4870"/>
              </a:lnSpc>
              <a:spcBef>
                <a:spcPts val="280"/>
              </a:spcBef>
            </a:pPr>
            <a:r>
              <a:rPr dirty="0" sz="3500" spc="7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dirty="0" sz="3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only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50">
                <a:solidFill>
                  <a:srgbClr val="FFFFFF"/>
                </a:solidFill>
                <a:latin typeface="Lucida Sans Unicode"/>
                <a:cs typeface="Lucida Sans Unicode"/>
              </a:rPr>
              <a:t>converts</a:t>
            </a:r>
            <a:r>
              <a:rPr dirty="0" sz="3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lengthy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notes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into</a:t>
            </a:r>
            <a:r>
              <a:rPr dirty="0" sz="3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5">
                <a:solidFill>
                  <a:srgbClr val="FFFFFF"/>
                </a:solidFill>
                <a:latin typeface="Lucida Sans Unicode"/>
                <a:cs typeface="Lucida Sans Unicode"/>
              </a:rPr>
              <a:t>comic-</a:t>
            </a:r>
            <a:r>
              <a:rPr dirty="0" sz="3500" spc="50">
                <a:solidFill>
                  <a:srgbClr val="FFFFFF"/>
                </a:solidFill>
                <a:latin typeface="Lucida Sans Unicode"/>
                <a:cs typeface="Lucida Sans Unicode"/>
              </a:rPr>
              <a:t>style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stories</a:t>
            </a:r>
            <a:r>
              <a:rPr dirty="0" sz="3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but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Lucida Sans Unicode"/>
                <a:cs typeface="Lucida Sans Unicode"/>
              </a:rPr>
              <a:t>also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creates</a:t>
            </a:r>
            <a:r>
              <a:rPr dirty="0" sz="35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30">
                <a:solidFill>
                  <a:srgbClr val="FFFFFF"/>
                </a:solidFill>
                <a:latin typeface="Lucida Sans Unicode"/>
                <a:cs typeface="Lucida Sans Unicode"/>
              </a:rPr>
              <a:t>quizzes</a:t>
            </a:r>
            <a:r>
              <a:rPr dirty="0" sz="35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based</a:t>
            </a:r>
            <a:r>
              <a:rPr dirty="0" sz="35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35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5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content.</a:t>
            </a:r>
            <a:endParaRPr sz="3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3500" spc="50">
                <a:solidFill>
                  <a:srgbClr val="FFFFFF"/>
                </a:solidFill>
                <a:latin typeface="Lucida Sans Unicode"/>
                <a:cs typeface="Lucida Sans Unicode"/>
              </a:rPr>
              <a:t>Students</a:t>
            </a:r>
            <a:r>
              <a:rPr dirty="0" sz="35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can</a:t>
            </a:r>
            <a:r>
              <a:rPr dirty="0" sz="35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Lucida Sans Unicode"/>
                <a:cs typeface="Lucida Sans Unicode"/>
              </a:rPr>
              <a:t>read,</a:t>
            </a:r>
            <a:r>
              <a:rPr dirty="0" sz="35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revise,</a:t>
            </a:r>
            <a:r>
              <a:rPr dirty="0" sz="35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3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5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55">
                <a:solidFill>
                  <a:srgbClr val="FFFFFF"/>
                </a:solidFill>
                <a:latin typeface="Lucida Sans Unicode"/>
                <a:cs typeface="Lucida Sans Unicode"/>
              </a:rPr>
              <a:t>test</a:t>
            </a:r>
            <a:r>
              <a:rPr dirty="0" sz="35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themselves</a:t>
            </a:r>
            <a:r>
              <a:rPr dirty="0" sz="35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6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5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dirty="0" sz="35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place.</a:t>
            </a:r>
            <a:endParaRPr sz="3500">
              <a:latin typeface="Lucida Sans Unicode"/>
              <a:cs typeface="Lucida Sans Unicode"/>
            </a:endParaRPr>
          </a:p>
          <a:p>
            <a:pPr marL="12700" marR="1467485">
              <a:lnSpc>
                <a:spcPts val="4880"/>
              </a:lnSpc>
              <a:spcBef>
                <a:spcPts val="90"/>
              </a:spcBef>
            </a:pPr>
            <a:r>
              <a:rPr dirty="0" sz="3500" spc="-6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platform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supports</a:t>
            </a:r>
            <a:r>
              <a:rPr dirty="0" sz="35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visual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45">
                <a:solidFill>
                  <a:srgbClr val="FFFFFF"/>
                </a:solidFill>
                <a:latin typeface="Lucida Sans Unicode"/>
                <a:cs typeface="Lucida Sans Unicode"/>
              </a:rPr>
              <a:t>learning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nd</a:t>
            </a:r>
            <a:r>
              <a:rPr dirty="0" sz="35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helps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students</a:t>
            </a:r>
            <a:r>
              <a:rPr dirty="0" sz="35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track</a:t>
            </a:r>
            <a:r>
              <a:rPr dirty="0" sz="35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20">
                <a:solidFill>
                  <a:srgbClr val="FFFFFF"/>
                </a:solidFill>
                <a:latin typeface="Lucida Sans Unicode"/>
                <a:cs typeface="Lucida Sans Unicode"/>
              </a:rPr>
              <a:t>their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35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55">
                <a:solidFill>
                  <a:srgbClr val="FFFFFF"/>
                </a:solidFill>
                <a:latin typeface="Lucida Sans Unicode"/>
                <a:cs typeface="Lucida Sans Unicode"/>
              </a:rPr>
              <a:t>over</a:t>
            </a:r>
            <a:r>
              <a:rPr dirty="0" sz="35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0">
                <a:solidFill>
                  <a:srgbClr val="FFFFFF"/>
                </a:solidFill>
                <a:latin typeface="Lucida Sans Unicode"/>
                <a:cs typeface="Lucida Sans Unicode"/>
              </a:rPr>
              <a:t>time.</a:t>
            </a:r>
            <a:endParaRPr sz="3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6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85"/>
              </a:spcBef>
            </a:pPr>
            <a:r>
              <a:rPr dirty="0" sz="7050" spc="605"/>
              <a:t>PROBLEM</a:t>
            </a:r>
            <a:endParaRPr sz="7050"/>
          </a:p>
          <a:p>
            <a:pPr marL="12700" marR="5080">
              <a:lnSpc>
                <a:spcPct val="135600"/>
              </a:lnSpc>
              <a:spcBef>
                <a:spcPts val="595"/>
              </a:spcBef>
            </a:pPr>
            <a:r>
              <a:rPr dirty="0" sz="2950">
                <a:solidFill>
                  <a:srgbClr val="EBECEF"/>
                </a:solidFill>
                <a:latin typeface="Lucida Sans Unicode"/>
                <a:cs typeface="Lucida Sans Unicode"/>
              </a:rPr>
              <a:t>Notes</a:t>
            </a:r>
            <a:r>
              <a:rPr dirty="0" sz="2950" spc="-90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55">
                <a:solidFill>
                  <a:srgbClr val="EBECEF"/>
                </a:solidFill>
                <a:latin typeface="Lucida Sans Unicode"/>
                <a:cs typeface="Lucida Sans Unicode"/>
              </a:rPr>
              <a:t>2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60">
                <a:solidFill>
                  <a:srgbClr val="EBECEF"/>
                </a:solidFill>
                <a:latin typeface="Lucida Sans Unicode"/>
                <a:cs typeface="Lucida Sans Unicode"/>
              </a:rPr>
              <a:t>Comic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90">
                <a:solidFill>
                  <a:srgbClr val="EBECEF"/>
                </a:solidFill>
                <a:latin typeface="Lucida Sans Unicode"/>
                <a:cs typeface="Lucida Sans Unicode"/>
              </a:rPr>
              <a:t>was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25">
                <a:solidFill>
                  <a:srgbClr val="EBECEF"/>
                </a:solidFill>
                <a:latin typeface="Lucida Sans Unicode"/>
                <a:cs typeface="Lucida Sans Unicode"/>
              </a:rPr>
              <a:t>developed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EBECEF"/>
                </a:solidFill>
                <a:latin typeface="Lucida Sans Unicode"/>
                <a:cs typeface="Lucida Sans Unicode"/>
              </a:rPr>
              <a:t>to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45">
                <a:solidFill>
                  <a:srgbClr val="EBECEF"/>
                </a:solidFill>
                <a:latin typeface="Lucida Sans Unicode"/>
                <a:cs typeface="Lucida Sans Unicode"/>
              </a:rPr>
              <a:t>directly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85">
                <a:solidFill>
                  <a:srgbClr val="EBECEF"/>
                </a:solidFill>
                <a:latin typeface="Lucida Sans Unicode"/>
                <a:cs typeface="Lucida Sans Unicode"/>
              </a:rPr>
              <a:t>tackle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80">
                <a:solidFill>
                  <a:srgbClr val="EBECEF"/>
                </a:solidFill>
                <a:latin typeface="Lucida Sans Unicode"/>
                <a:cs typeface="Lucida Sans Unicode"/>
              </a:rPr>
              <a:t>the</a:t>
            </a:r>
            <a:r>
              <a:rPr dirty="0" sz="2950" spc="-90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>
                <a:solidFill>
                  <a:srgbClr val="EBECEF"/>
                </a:solidFill>
                <a:latin typeface="Lucida Sans Unicode"/>
                <a:cs typeface="Lucida Sans Unicode"/>
              </a:rPr>
              <a:t>frustrations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60">
                <a:solidFill>
                  <a:srgbClr val="EBECEF"/>
                </a:solidFill>
                <a:latin typeface="Lucida Sans Unicode"/>
                <a:cs typeface="Lucida Sans Unicode"/>
              </a:rPr>
              <a:t>students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190">
                <a:solidFill>
                  <a:srgbClr val="EBECEF"/>
                </a:solidFill>
                <a:latin typeface="Lucida Sans Unicode"/>
                <a:cs typeface="Lucida Sans Unicode"/>
              </a:rPr>
              <a:t>face</a:t>
            </a:r>
            <a:r>
              <a:rPr dirty="0" sz="2950" spc="-85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0">
                <a:solidFill>
                  <a:srgbClr val="EBECEF"/>
                </a:solidFill>
                <a:latin typeface="Lucida Sans Unicode"/>
                <a:cs typeface="Lucida Sans Unicode"/>
              </a:rPr>
              <a:t>with </a:t>
            </a:r>
            <a:r>
              <a:rPr dirty="0" sz="2950" spc="45">
                <a:solidFill>
                  <a:srgbClr val="EBECEF"/>
                </a:solidFill>
                <a:latin typeface="Lucida Sans Unicode"/>
                <a:cs typeface="Lucida Sans Unicode"/>
              </a:rPr>
              <a:t>traditional</a:t>
            </a:r>
            <a:r>
              <a:rPr dirty="0" sz="2950" spc="-110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70">
                <a:solidFill>
                  <a:srgbClr val="EBECEF"/>
                </a:solidFill>
                <a:latin typeface="Lucida Sans Unicode"/>
                <a:cs typeface="Lucida Sans Unicode"/>
              </a:rPr>
              <a:t>study</a:t>
            </a:r>
            <a:r>
              <a:rPr dirty="0" sz="2950" spc="-110">
                <a:solidFill>
                  <a:srgbClr val="EBECE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50">
                <a:solidFill>
                  <a:srgbClr val="EBECEF"/>
                </a:solidFill>
                <a:latin typeface="Lucida Sans Unicode"/>
                <a:cs typeface="Lucida Sans Unicode"/>
              </a:rPr>
              <a:t>methods.</a:t>
            </a:r>
            <a:endParaRPr sz="295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882" y="3135313"/>
            <a:ext cx="7787445" cy="70659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6613" y="3806824"/>
            <a:ext cx="133350" cy="1333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6613" y="5083174"/>
            <a:ext cx="133350" cy="1333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6613" y="6359524"/>
            <a:ext cx="133350" cy="1333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663419" y="3447414"/>
            <a:ext cx="8970645" cy="3854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38555">
              <a:lnSpc>
                <a:spcPct val="1163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Difficulty</a:t>
            </a:r>
            <a:r>
              <a:rPr dirty="0" sz="36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understanding</a:t>
            </a:r>
            <a:r>
              <a:rPr dirty="0" sz="36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lengthy,</a:t>
            </a:r>
            <a:r>
              <a:rPr dirty="0" sz="36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dense notes.</a:t>
            </a:r>
            <a:endParaRPr sz="3600">
              <a:latin typeface="Arial MT"/>
              <a:cs typeface="Arial MT"/>
            </a:endParaRPr>
          </a:p>
          <a:p>
            <a:pPr marL="12700" marR="5080">
              <a:lnSpc>
                <a:spcPct val="116300"/>
              </a:lnSpc>
            </a:pP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Struggling to retain information from </a:t>
            </a: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passive reading.</a:t>
            </a:r>
            <a:endParaRPr sz="3600">
              <a:latin typeface="Arial MT"/>
              <a:cs typeface="Arial MT"/>
            </a:endParaRPr>
          </a:p>
          <a:p>
            <a:pPr marL="12700" marR="1146810">
              <a:lnSpc>
                <a:spcPct val="116300"/>
              </a:lnSpc>
            </a:pPr>
            <a:r>
              <a:rPr dirty="0" sz="3600">
                <a:solidFill>
                  <a:srgbClr val="FFFFFF"/>
                </a:solidFill>
                <a:latin typeface="Arial MT"/>
                <a:cs typeface="Arial MT"/>
              </a:rPr>
              <a:t>Lack of engaging and interactive </a:t>
            </a:r>
            <a:r>
              <a:rPr dirty="0" sz="3600" spc="-10">
                <a:solidFill>
                  <a:srgbClr val="FFFFFF"/>
                </a:solidFill>
                <a:latin typeface="Arial MT"/>
                <a:cs typeface="Arial MT"/>
              </a:rPr>
              <a:t>study material.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9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9" cy="10286999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2890242"/>
            <a:ext cx="768667" cy="14287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1112" y="4936925"/>
            <a:ext cx="768667" cy="14287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65461" y="7195839"/>
            <a:ext cx="768667" cy="14287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8841" y="617592"/>
            <a:ext cx="10132060" cy="9855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00" spc="475"/>
              <a:t>How</a:t>
            </a:r>
            <a:r>
              <a:rPr dirty="0" sz="6300" spc="45"/>
              <a:t> </a:t>
            </a:r>
            <a:r>
              <a:rPr dirty="0" sz="6300" spc="300"/>
              <a:t>Notes</a:t>
            </a:r>
            <a:r>
              <a:rPr dirty="0" sz="6300" spc="45"/>
              <a:t> </a:t>
            </a:r>
            <a:r>
              <a:rPr dirty="0" sz="6300" spc="240"/>
              <a:t>2</a:t>
            </a:r>
            <a:r>
              <a:rPr dirty="0" sz="6300" spc="50"/>
              <a:t> </a:t>
            </a:r>
            <a:r>
              <a:rPr dirty="0" sz="6300" spc="475"/>
              <a:t>Comic</a:t>
            </a:r>
            <a:r>
              <a:rPr dirty="0" sz="6300" spc="45"/>
              <a:t> </a:t>
            </a:r>
            <a:r>
              <a:rPr dirty="0" sz="6300" spc="385"/>
              <a:t>Works</a:t>
            </a:r>
            <a:endParaRPr sz="6300"/>
          </a:p>
        </p:txBody>
      </p:sp>
      <p:sp>
        <p:nvSpPr>
          <p:cNvPr id="9" name="object 9" descr=""/>
          <p:cNvSpPr txBox="1"/>
          <p:nvPr/>
        </p:nvSpPr>
        <p:spPr>
          <a:xfrm>
            <a:off x="51485" y="1935495"/>
            <a:ext cx="11361420" cy="411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Our</a:t>
            </a:r>
            <a:r>
              <a:rPr dirty="0" sz="27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platform</a:t>
            </a:r>
            <a:r>
              <a:rPr dirty="0" sz="27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streamlines</a:t>
            </a:r>
            <a:r>
              <a:rPr dirty="0" sz="27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the</a:t>
            </a:r>
            <a:r>
              <a:rPr dirty="0" sz="27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learning</a:t>
            </a:r>
            <a:r>
              <a:rPr dirty="0" sz="27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process</a:t>
            </a:r>
            <a:r>
              <a:rPr dirty="0" sz="27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through</a:t>
            </a:r>
            <a:r>
              <a:rPr dirty="0" sz="27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three</a:t>
            </a:r>
            <a:r>
              <a:rPr dirty="0" sz="27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EBECEF"/>
                </a:solidFill>
                <a:latin typeface="Arial MT"/>
                <a:cs typeface="Arial MT"/>
              </a:rPr>
              <a:t>intuitive</a:t>
            </a:r>
            <a:r>
              <a:rPr dirty="0" sz="27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EBECEF"/>
                </a:solidFill>
                <a:latin typeface="Arial MT"/>
                <a:cs typeface="Arial MT"/>
              </a:rPr>
              <a:t>steps: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2700">
              <a:latin typeface="Arial MT"/>
              <a:cs typeface="Arial MT"/>
            </a:endParaRPr>
          </a:p>
          <a:p>
            <a:pPr marL="1870075">
              <a:lnSpc>
                <a:spcPct val="100000"/>
              </a:lnSpc>
            </a:pPr>
            <a:r>
              <a:rPr dirty="0" sz="2500" spc="135">
                <a:solidFill>
                  <a:srgbClr val="EBECEF"/>
                </a:solidFill>
                <a:latin typeface="Cambria"/>
                <a:cs typeface="Cambria"/>
              </a:rPr>
              <a:t>Upload</a:t>
            </a:r>
            <a:r>
              <a:rPr dirty="0" sz="2500" spc="1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20">
                <a:solidFill>
                  <a:srgbClr val="EBECEF"/>
                </a:solidFill>
                <a:latin typeface="Cambria"/>
                <a:cs typeface="Cambria"/>
              </a:rPr>
              <a:t>&amp;</a:t>
            </a:r>
            <a:r>
              <a:rPr dirty="0" sz="2500" spc="1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75">
                <a:solidFill>
                  <a:srgbClr val="EBECEF"/>
                </a:solidFill>
                <a:latin typeface="Cambria"/>
                <a:cs typeface="Cambria"/>
              </a:rPr>
              <a:t>AI</a:t>
            </a:r>
            <a:r>
              <a:rPr dirty="0" sz="2500" spc="1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10">
                <a:solidFill>
                  <a:srgbClr val="EBECEF"/>
                </a:solidFill>
                <a:latin typeface="Cambria"/>
                <a:cs typeface="Cambria"/>
              </a:rPr>
              <a:t>Processing</a:t>
            </a:r>
            <a:endParaRPr sz="2500">
              <a:latin typeface="Cambria"/>
              <a:cs typeface="Cambria"/>
            </a:endParaRPr>
          </a:p>
          <a:p>
            <a:pPr marL="1870075" marR="944880">
              <a:lnSpc>
                <a:spcPct val="131300"/>
              </a:lnSpc>
              <a:spcBef>
                <a:spcPts val="630"/>
              </a:spcBef>
            </a:pP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Students</a:t>
            </a:r>
            <a:r>
              <a:rPr dirty="0" sz="2000" spc="-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upload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notes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(images,</a:t>
            </a:r>
            <a:r>
              <a:rPr dirty="0" sz="2000" spc="-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docs,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PDFs).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Our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AI</a:t>
            </a:r>
            <a:r>
              <a:rPr dirty="0" sz="2000" spc="-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reads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extracts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 spc="-25">
                <a:solidFill>
                  <a:srgbClr val="EBECEF"/>
                </a:solidFill>
                <a:latin typeface="Arial MT"/>
                <a:cs typeface="Arial MT"/>
              </a:rPr>
              <a:t>key </a:t>
            </a:r>
            <a:r>
              <a:rPr dirty="0" sz="2000" spc="-10">
                <a:solidFill>
                  <a:srgbClr val="EBECEF"/>
                </a:solidFill>
                <a:latin typeface="Arial MT"/>
                <a:cs typeface="Arial MT"/>
              </a:rPr>
              <a:t>concepts.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Arial MT"/>
              <a:cs typeface="Arial MT"/>
            </a:endParaRPr>
          </a:p>
          <a:p>
            <a:pPr marL="2254250">
              <a:lnSpc>
                <a:spcPct val="100000"/>
              </a:lnSpc>
            </a:pPr>
            <a:r>
              <a:rPr dirty="0" sz="2500" spc="185">
                <a:solidFill>
                  <a:srgbClr val="EBECEF"/>
                </a:solidFill>
                <a:latin typeface="Cambria"/>
                <a:cs typeface="Cambria"/>
              </a:rPr>
              <a:t>Comic</a:t>
            </a:r>
            <a:r>
              <a:rPr dirty="0" sz="2500" spc="2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10">
                <a:solidFill>
                  <a:srgbClr val="EBECEF"/>
                </a:solidFill>
                <a:latin typeface="Cambria"/>
                <a:cs typeface="Cambria"/>
              </a:rPr>
              <a:t>Creation</a:t>
            </a:r>
            <a:endParaRPr sz="2500">
              <a:latin typeface="Cambria"/>
              <a:cs typeface="Cambria"/>
            </a:endParaRPr>
          </a:p>
          <a:p>
            <a:pPr marL="2254250">
              <a:lnSpc>
                <a:spcPct val="100000"/>
              </a:lnSpc>
              <a:spcBef>
                <a:spcPts val="1380"/>
              </a:spcBef>
            </a:pP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AI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converts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extracted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concepts</a:t>
            </a:r>
            <a:r>
              <a:rPr dirty="0" sz="2000" spc="-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into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engaging,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EBECEF"/>
                </a:solidFill>
                <a:latin typeface="Arial MT"/>
                <a:cs typeface="Arial MT"/>
              </a:rPr>
              <a:t>comic-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style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EBECEF"/>
                </a:solidFill>
                <a:latin typeface="Arial MT"/>
                <a:cs typeface="Arial MT"/>
              </a:rPr>
              <a:t>stories.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77666" y="7082828"/>
            <a:ext cx="7533640" cy="150622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dirty="0" sz="2500" spc="140">
                <a:solidFill>
                  <a:srgbClr val="EBECEF"/>
                </a:solidFill>
                <a:latin typeface="Cambria"/>
                <a:cs typeface="Cambria"/>
              </a:rPr>
              <a:t>Quiz</a:t>
            </a:r>
            <a:r>
              <a:rPr dirty="0" sz="2500" spc="2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20">
                <a:solidFill>
                  <a:srgbClr val="EBECEF"/>
                </a:solidFill>
                <a:latin typeface="Cambria"/>
                <a:cs typeface="Cambria"/>
              </a:rPr>
              <a:t>&amp;</a:t>
            </a:r>
            <a:r>
              <a:rPr dirty="0" sz="2500" spc="2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45">
                <a:solidFill>
                  <a:srgbClr val="EBECEF"/>
                </a:solidFill>
                <a:latin typeface="Cambria"/>
                <a:cs typeface="Cambria"/>
              </a:rPr>
              <a:t>Track</a:t>
            </a:r>
            <a:r>
              <a:rPr dirty="0" sz="2500" spc="2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2500" spc="105">
                <a:solidFill>
                  <a:srgbClr val="EBECEF"/>
                </a:solidFill>
                <a:latin typeface="Cambria"/>
                <a:cs typeface="Cambria"/>
              </a:rPr>
              <a:t>Progress</a:t>
            </a:r>
            <a:endParaRPr sz="2500">
              <a:latin typeface="Cambria"/>
              <a:cs typeface="Cambria"/>
            </a:endParaRPr>
          </a:p>
          <a:p>
            <a:pPr marL="12700" marR="5080">
              <a:lnSpc>
                <a:spcPct val="131300"/>
              </a:lnSpc>
              <a:spcBef>
                <a:spcPts val="630"/>
              </a:spcBef>
            </a:pP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AI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generates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quizzes,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0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students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attempt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them</a:t>
            </a:r>
            <a:r>
              <a:rPr dirty="0" sz="2000" spc="-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to</a:t>
            </a:r>
            <a:r>
              <a:rPr dirty="0" sz="2000" spc="-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EBECEF"/>
                </a:solidFill>
                <a:latin typeface="Arial MT"/>
                <a:cs typeface="Arial MT"/>
              </a:rPr>
              <a:t>check understanding.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Performance,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comics,</a:t>
            </a:r>
            <a:r>
              <a:rPr dirty="0" sz="2000" spc="-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assessments</a:t>
            </a:r>
            <a:r>
              <a:rPr dirty="0" sz="2000" spc="-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EBECEF"/>
                </a:solidFill>
                <a:latin typeface="Arial MT"/>
                <a:cs typeface="Arial MT"/>
              </a:rPr>
              <a:t>are</a:t>
            </a:r>
            <a:r>
              <a:rPr dirty="0" sz="2000" spc="-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EBECEF"/>
                </a:solidFill>
                <a:latin typeface="Arial MT"/>
                <a:cs typeface="Arial MT"/>
              </a:rPr>
              <a:t>saved.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A7AF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8202275" cy="10201275"/>
            <a:chOff x="0" y="0"/>
            <a:chExt cx="18202275" cy="10201275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18110835" cy="10201275"/>
            </a:xfrm>
            <a:custGeom>
              <a:avLst/>
              <a:gdLst/>
              <a:ahLst/>
              <a:cxnLst/>
              <a:rect l="l" t="t" r="r" b="b"/>
              <a:pathLst>
                <a:path w="18110835" h="10201275">
                  <a:moveTo>
                    <a:pt x="18110744" y="10201274"/>
                  </a:moveTo>
                  <a:lnTo>
                    <a:pt x="0" y="10201274"/>
                  </a:lnTo>
                  <a:lnTo>
                    <a:pt x="0" y="0"/>
                  </a:lnTo>
                  <a:lnTo>
                    <a:pt x="18110744" y="0"/>
                  </a:lnTo>
                  <a:lnTo>
                    <a:pt x="18110744" y="10201274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8" y="9686925"/>
              <a:ext cx="2153221" cy="5143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9537" y="579418"/>
            <a:ext cx="14180185" cy="11322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250" spc="695"/>
              <a:t>ROLE</a:t>
            </a:r>
            <a:r>
              <a:rPr dirty="0" sz="7250" spc="40"/>
              <a:t> </a:t>
            </a:r>
            <a:r>
              <a:rPr dirty="0" sz="7250" spc="730"/>
              <a:t>OF</a:t>
            </a:r>
            <a:r>
              <a:rPr dirty="0" sz="7250" spc="45"/>
              <a:t> </a:t>
            </a:r>
            <a:r>
              <a:rPr dirty="0" sz="7250" spc="545"/>
              <a:t>AI</a:t>
            </a:r>
            <a:r>
              <a:rPr dirty="0" sz="7250" spc="45"/>
              <a:t> </a:t>
            </a:r>
            <a:r>
              <a:rPr dirty="0" sz="7250" spc="550"/>
              <a:t>IN</a:t>
            </a:r>
            <a:r>
              <a:rPr dirty="0" sz="7250" spc="45"/>
              <a:t> </a:t>
            </a:r>
            <a:r>
              <a:rPr dirty="0" sz="7250" spc="705"/>
              <a:t>NOTE/</a:t>
            </a:r>
            <a:r>
              <a:rPr dirty="0" sz="7250" spc="45"/>
              <a:t> </a:t>
            </a:r>
            <a:r>
              <a:rPr dirty="0" sz="7250" spc="280"/>
              <a:t>2</a:t>
            </a:r>
            <a:r>
              <a:rPr dirty="0" sz="7250" spc="45"/>
              <a:t> </a:t>
            </a:r>
            <a:r>
              <a:rPr dirty="0" sz="7250" spc="785"/>
              <a:t>COMIC</a:t>
            </a:r>
            <a:endParaRPr sz="7250"/>
          </a:p>
        </p:txBody>
      </p:sp>
      <p:sp>
        <p:nvSpPr>
          <p:cNvPr id="7" name="object 7" descr=""/>
          <p:cNvSpPr txBox="1"/>
          <p:nvPr/>
        </p:nvSpPr>
        <p:spPr>
          <a:xfrm>
            <a:off x="979537" y="2184324"/>
            <a:ext cx="16368394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Notes</a:t>
            </a:r>
            <a:r>
              <a:rPr dirty="0" sz="2950" spc="-20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2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Comic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harnesses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advanced</a:t>
            </a:r>
            <a:r>
              <a:rPr dirty="0" sz="2950" spc="-20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AI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to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deliver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personalized</a:t>
            </a:r>
            <a:r>
              <a:rPr dirty="0" sz="2950" spc="-20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and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effective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>
                <a:solidFill>
                  <a:srgbClr val="EBECEF"/>
                </a:solidFill>
                <a:latin typeface="Roboto"/>
                <a:cs typeface="Roboto"/>
              </a:rPr>
              <a:t>learning</a:t>
            </a:r>
            <a:r>
              <a:rPr dirty="0" sz="2950" spc="-15">
                <a:solidFill>
                  <a:srgbClr val="EBECEF"/>
                </a:solidFill>
                <a:latin typeface="Roboto"/>
                <a:cs typeface="Roboto"/>
              </a:rPr>
              <a:t> </a:t>
            </a:r>
            <a:r>
              <a:rPr dirty="0" sz="2950" spc="-10">
                <a:solidFill>
                  <a:srgbClr val="EBECEF"/>
                </a:solidFill>
                <a:latin typeface="Roboto"/>
                <a:cs typeface="Roboto"/>
              </a:rPr>
              <a:t>experiences.</a:t>
            </a:r>
            <a:endParaRPr sz="295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010168" y="3084849"/>
            <a:ext cx="9178290" cy="4288790"/>
            <a:chOff x="1010168" y="3084849"/>
            <a:chExt cx="9178290" cy="428879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6838" y="3756801"/>
              <a:ext cx="209863" cy="19492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066975" y="3336461"/>
              <a:ext cx="771525" cy="224154"/>
            </a:xfrm>
            <a:custGeom>
              <a:avLst/>
              <a:gdLst/>
              <a:ahLst/>
              <a:cxnLst/>
              <a:rect l="l" t="t" r="r" b="b"/>
              <a:pathLst>
                <a:path w="771525" h="224154">
                  <a:moveTo>
                    <a:pt x="50608" y="177"/>
                  </a:moveTo>
                  <a:lnTo>
                    <a:pt x="12646" y="19723"/>
                  </a:lnTo>
                  <a:lnTo>
                    <a:pt x="751" y="44919"/>
                  </a:lnTo>
                  <a:lnTo>
                    <a:pt x="45" y="52080"/>
                  </a:lnTo>
                </a:path>
                <a:path w="771525" h="224154">
                  <a:moveTo>
                    <a:pt x="0" y="172825"/>
                  </a:moveTo>
                  <a:lnTo>
                    <a:pt x="20642" y="210883"/>
                  </a:lnTo>
                  <a:lnTo>
                    <a:pt x="44368" y="222749"/>
                  </a:lnTo>
                  <a:lnTo>
                    <a:pt x="50665" y="223929"/>
                  </a:lnTo>
                </a:path>
                <a:path w="771525" h="224154">
                  <a:moveTo>
                    <a:pt x="720908" y="0"/>
                  </a:moveTo>
                  <a:lnTo>
                    <a:pt x="758580" y="18219"/>
                  </a:lnTo>
                  <a:lnTo>
                    <a:pt x="770302" y="42314"/>
                  </a:lnTo>
                  <a:lnTo>
                    <a:pt x="771162" y="48312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4738" y="3488680"/>
              <a:ext cx="222558" cy="22519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151512" y="3204908"/>
              <a:ext cx="603250" cy="490220"/>
            </a:xfrm>
            <a:custGeom>
              <a:avLst/>
              <a:gdLst/>
              <a:ahLst/>
              <a:cxnLst/>
              <a:rect l="l" t="t" r="r" b="b"/>
              <a:pathLst>
                <a:path w="603250" h="490220">
                  <a:moveTo>
                    <a:pt x="602719" y="103131"/>
                  </a:moveTo>
                  <a:lnTo>
                    <a:pt x="593993" y="61589"/>
                  </a:lnTo>
                  <a:lnTo>
                    <a:pt x="569098" y="26393"/>
                  </a:lnTo>
                  <a:lnTo>
                    <a:pt x="532839" y="5120"/>
                  </a:lnTo>
                  <a:lnTo>
                    <a:pt x="490578" y="187"/>
                  </a:lnTo>
                  <a:lnTo>
                    <a:pt x="474951" y="0"/>
                  </a:lnTo>
                </a:path>
                <a:path w="603250" h="490220">
                  <a:moveTo>
                    <a:pt x="105921" y="3"/>
                  </a:moveTo>
                  <a:lnTo>
                    <a:pt x="67833" y="5025"/>
                  </a:lnTo>
                  <a:lnTo>
                    <a:pt x="29538" y="29427"/>
                  </a:lnTo>
                  <a:lnTo>
                    <a:pt x="6829" y="66148"/>
                  </a:lnTo>
                  <a:lnTo>
                    <a:pt x="475" y="108118"/>
                  </a:lnTo>
                  <a:lnTo>
                    <a:pt x="141" y="125393"/>
                  </a:lnTo>
                  <a:lnTo>
                    <a:pt x="0" y="146061"/>
                  </a:lnTo>
                </a:path>
                <a:path w="603250" h="490220">
                  <a:moveTo>
                    <a:pt x="11" y="378643"/>
                  </a:moveTo>
                  <a:lnTo>
                    <a:pt x="6283" y="422787"/>
                  </a:lnTo>
                  <a:lnTo>
                    <a:pt x="32657" y="462197"/>
                  </a:lnTo>
                  <a:lnTo>
                    <a:pt x="67989" y="484287"/>
                  </a:lnTo>
                  <a:lnTo>
                    <a:pt x="112566" y="489585"/>
                  </a:lnTo>
                  <a:lnTo>
                    <a:pt x="136823" y="489776"/>
                  </a:lnTo>
                  <a:lnTo>
                    <a:pt x="168125" y="489871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6012" y="3756930"/>
              <a:ext cx="162196" cy="19478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17866" y="3084849"/>
              <a:ext cx="336550" cy="691515"/>
            </a:xfrm>
            <a:custGeom>
              <a:avLst/>
              <a:gdLst/>
              <a:ahLst/>
              <a:cxnLst/>
              <a:rect l="l" t="t" r="r" b="b"/>
              <a:pathLst>
                <a:path w="336550" h="691514">
                  <a:moveTo>
                    <a:pt x="1771" y="609930"/>
                  </a:moveTo>
                  <a:lnTo>
                    <a:pt x="336017" y="609881"/>
                  </a:lnTo>
                </a:path>
                <a:path w="336550" h="691514">
                  <a:moveTo>
                    <a:pt x="267243" y="691152"/>
                  </a:moveTo>
                  <a:lnTo>
                    <a:pt x="267234" y="610007"/>
                  </a:lnTo>
                </a:path>
                <a:path w="336550" h="691514">
                  <a:moveTo>
                    <a:pt x="28" y="691144"/>
                  </a:moveTo>
                  <a:lnTo>
                    <a:pt x="0" y="609927"/>
                  </a:lnTo>
                </a:path>
                <a:path w="336550" h="691514">
                  <a:moveTo>
                    <a:pt x="134945" y="120042"/>
                  </a:moveTo>
                  <a:lnTo>
                    <a:pt x="135048" y="0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9005" y="3317910"/>
              <a:ext cx="164295" cy="16443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2015" y="3317835"/>
              <a:ext cx="164485" cy="164625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066975" y="3204908"/>
              <a:ext cx="771525" cy="571500"/>
            </a:xfrm>
            <a:custGeom>
              <a:avLst/>
              <a:gdLst/>
              <a:ahLst/>
              <a:cxnLst/>
              <a:rect l="l" t="t" r="r" b="b"/>
              <a:pathLst>
                <a:path w="771525" h="571500">
                  <a:moveTo>
                    <a:pt x="45" y="183633"/>
                  </a:moveTo>
                  <a:lnTo>
                    <a:pt x="0" y="304378"/>
                  </a:lnTo>
                </a:path>
                <a:path w="771525" h="571500">
                  <a:moveTo>
                    <a:pt x="234937" y="382724"/>
                  </a:moveTo>
                  <a:lnTo>
                    <a:pt x="278524" y="382662"/>
                  </a:lnTo>
                </a:path>
                <a:path w="771525" h="571500">
                  <a:moveTo>
                    <a:pt x="364503" y="382660"/>
                  </a:moveTo>
                  <a:lnTo>
                    <a:pt x="408090" y="382710"/>
                  </a:lnTo>
                </a:path>
                <a:path w="771525" h="571500">
                  <a:moveTo>
                    <a:pt x="771162" y="179865"/>
                  </a:moveTo>
                  <a:lnTo>
                    <a:pt x="771174" y="302919"/>
                  </a:lnTo>
                </a:path>
                <a:path w="771525" h="571500">
                  <a:moveTo>
                    <a:pt x="491548" y="382871"/>
                  </a:moveTo>
                  <a:lnTo>
                    <a:pt x="533188" y="382624"/>
                  </a:lnTo>
                </a:path>
                <a:path w="771525" h="571500">
                  <a:moveTo>
                    <a:pt x="687267" y="358077"/>
                  </a:moveTo>
                  <a:lnTo>
                    <a:pt x="687256" y="103131"/>
                  </a:lnTo>
                </a:path>
                <a:path w="771525" h="571500">
                  <a:moveTo>
                    <a:pt x="559489" y="0"/>
                  </a:moveTo>
                  <a:lnTo>
                    <a:pt x="190458" y="3"/>
                  </a:lnTo>
                </a:path>
                <a:path w="771525" h="571500">
                  <a:moveTo>
                    <a:pt x="84537" y="146061"/>
                  </a:moveTo>
                  <a:lnTo>
                    <a:pt x="84549" y="378643"/>
                  </a:lnTo>
                </a:path>
                <a:path w="771525" h="571500">
                  <a:moveTo>
                    <a:pt x="200577" y="571042"/>
                  </a:moveTo>
                  <a:lnTo>
                    <a:pt x="618183" y="571168"/>
                  </a:lnTo>
                </a:path>
              </a:pathLst>
            </a:custGeom>
            <a:ln w="38296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573012" y="3318317"/>
              <a:ext cx="228600" cy="125730"/>
            </a:xfrm>
            <a:custGeom>
              <a:avLst/>
              <a:gdLst/>
              <a:ahLst/>
              <a:cxnLst/>
              <a:rect l="l" t="t" r="r" b="b"/>
              <a:pathLst>
                <a:path w="228600" h="125729">
                  <a:moveTo>
                    <a:pt x="0" y="9128"/>
                  </a:moveTo>
                  <a:lnTo>
                    <a:pt x="5669" y="4716"/>
                  </a:lnTo>
                  <a:lnTo>
                    <a:pt x="13050" y="1339"/>
                  </a:lnTo>
                  <a:lnTo>
                    <a:pt x="21072" y="0"/>
                  </a:lnTo>
                  <a:lnTo>
                    <a:pt x="31144" y="742"/>
                  </a:lnTo>
                  <a:lnTo>
                    <a:pt x="37101" y="2708"/>
                  </a:lnTo>
                  <a:lnTo>
                    <a:pt x="43437" y="6355"/>
                  </a:lnTo>
                  <a:lnTo>
                    <a:pt x="47335" y="10019"/>
                  </a:lnTo>
                  <a:lnTo>
                    <a:pt x="52291" y="15265"/>
                  </a:lnTo>
                  <a:lnTo>
                    <a:pt x="58307" y="22094"/>
                  </a:lnTo>
                </a:path>
                <a:path w="228600" h="125729">
                  <a:moveTo>
                    <a:pt x="143932" y="119679"/>
                  </a:moveTo>
                  <a:lnTo>
                    <a:pt x="149960" y="125171"/>
                  </a:lnTo>
                  <a:lnTo>
                    <a:pt x="161621" y="121593"/>
                  </a:lnTo>
                  <a:lnTo>
                    <a:pt x="175884" y="116467"/>
                  </a:lnTo>
                  <a:lnTo>
                    <a:pt x="189757" y="111509"/>
                  </a:lnTo>
                  <a:lnTo>
                    <a:pt x="200249" y="108435"/>
                  </a:lnTo>
                  <a:lnTo>
                    <a:pt x="209291" y="109033"/>
                  </a:lnTo>
                  <a:lnTo>
                    <a:pt x="215968" y="110973"/>
                  </a:lnTo>
                  <a:lnTo>
                    <a:pt x="222445" y="114642"/>
                  </a:lnTo>
                  <a:lnTo>
                    <a:pt x="228389" y="120122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93333" y="3100471"/>
              <a:ext cx="90788" cy="8355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14279" y="3206426"/>
              <a:ext cx="148435" cy="14861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89989" y="3686264"/>
              <a:ext cx="243645" cy="18578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422677" y="3495591"/>
              <a:ext cx="704215" cy="437515"/>
            </a:xfrm>
            <a:custGeom>
              <a:avLst/>
              <a:gdLst/>
              <a:ahLst/>
              <a:cxnLst/>
              <a:rect l="l" t="t" r="r" b="b"/>
              <a:pathLst>
                <a:path w="704215" h="437514">
                  <a:moveTo>
                    <a:pt x="472108" y="114027"/>
                  </a:moveTo>
                  <a:lnTo>
                    <a:pt x="116412" y="114470"/>
                  </a:lnTo>
                </a:path>
                <a:path w="704215" h="437514">
                  <a:moveTo>
                    <a:pt x="239779" y="114209"/>
                  </a:moveTo>
                  <a:lnTo>
                    <a:pt x="240048" y="283947"/>
                  </a:lnTo>
                </a:path>
                <a:path w="704215" h="437514">
                  <a:moveTo>
                    <a:pt x="413753" y="268497"/>
                  </a:moveTo>
                  <a:lnTo>
                    <a:pt x="68056" y="268282"/>
                  </a:lnTo>
                </a:path>
                <a:path w="704215" h="437514">
                  <a:moveTo>
                    <a:pt x="129222" y="114452"/>
                  </a:moveTo>
                  <a:lnTo>
                    <a:pt x="0" y="436983"/>
                  </a:lnTo>
                </a:path>
                <a:path w="704215" h="437514">
                  <a:moveTo>
                    <a:pt x="350802" y="113609"/>
                  </a:moveTo>
                  <a:lnTo>
                    <a:pt x="481666" y="436983"/>
                  </a:lnTo>
                </a:path>
                <a:path w="704215" h="437514">
                  <a:moveTo>
                    <a:pt x="656395" y="209159"/>
                  </a:moveTo>
                  <a:lnTo>
                    <a:pt x="683908" y="180619"/>
                  </a:lnTo>
                  <a:lnTo>
                    <a:pt x="686511" y="176366"/>
                  </a:lnTo>
                  <a:lnTo>
                    <a:pt x="689115" y="172113"/>
                  </a:lnTo>
                  <a:lnTo>
                    <a:pt x="702030" y="134608"/>
                  </a:lnTo>
                  <a:lnTo>
                    <a:pt x="703659" y="114758"/>
                  </a:lnTo>
                  <a:lnTo>
                    <a:pt x="703505" y="109782"/>
                  </a:lnTo>
                  <a:lnTo>
                    <a:pt x="703030" y="104816"/>
                  </a:lnTo>
                  <a:lnTo>
                    <a:pt x="702555" y="99850"/>
                  </a:lnTo>
                  <a:lnTo>
                    <a:pt x="701763" y="94935"/>
                  </a:lnTo>
                  <a:lnTo>
                    <a:pt x="700653" y="90072"/>
                  </a:lnTo>
                  <a:lnTo>
                    <a:pt x="699544" y="85208"/>
                  </a:lnTo>
                  <a:lnTo>
                    <a:pt x="690344" y="62108"/>
                  </a:lnTo>
                  <a:lnTo>
                    <a:pt x="688032" y="57690"/>
                  </a:lnTo>
                  <a:lnTo>
                    <a:pt x="685445" y="53439"/>
                  </a:lnTo>
                  <a:lnTo>
                    <a:pt x="682584" y="49355"/>
                  </a:lnTo>
                  <a:lnTo>
                    <a:pt x="679722" y="45272"/>
                  </a:lnTo>
                  <a:lnTo>
                    <a:pt x="676611" y="41390"/>
                  </a:lnTo>
                  <a:lnTo>
                    <a:pt x="673248" y="37709"/>
                  </a:lnTo>
                  <a:lnTo>
                    <a:pt x="669886" y="34029"/>
                  </a:lnTo>
                  <a:lnTo>
                    <a:pt x="666301" y="30581"/>
                  </a:lnTo>
                  <a:lnTo>
                    <a:pt x="662494" y="27364"/>
                  </a:lnTo>
                  <a:lnTo>
                    <a:pt x="658686" y="24148"/>
                  </a:lnTo>
                  <a:lnTo>
                    <a:pt x="637464" y="11241"/>
                  </a:lnTo>
                  <a:lnTo>
                    <a:pt x="632963" y="9106"/>
                  </a:lnTo>
                  <a:lnTo>
                    <a:pt x="628343" y="7269"/>
                  </a:lnTo>
                  <a:lnTo>
                    <a:pt x="623605" y="5732"/>
                  </a:lnTo>
                  <a:lnTo>
                    <a:pt x="618867" y="4195"/>
                  </a:lnTo>
                  <a:lnTo>
                    <a:pt x="614049" y="2969"/>
                  </a:lnTo>
                  <a:lnTo>
                    <a:pt x="609153" y="2056"/>
                  </a:lnTo>
                  <a:lnTo>
                    <a:pt x="604257" y="1142"/>
                  </a:lnTo>
                  <a:lnTo>
                    <a:pt x="599322" y="548"/>
                  </a:lnTo>
                  <a:lnTo>
                    <a:pt x="594349" y="274"/>
                  </a:lnTo>
                  <a:lnTo>
                    <a:pt x="589376" y="0"/>
                  </a:lnTo>
                  <a:lnTo>
                    <a:pt x="584406" y="47"/>
                  </a:lnTo>
                  <a:lnTo>
                    <a:pt x="579439" y="416"/>
                  </a:lnTo>
                  <a:lnTo>
                    <a:pt x="574473" y="785"/>
                  </a:lnTo>
                  <a:lnTo>
                    <a:pt x="550293" y="6432"/>
                  </a:lnTo>
                  <a:lnTo>
                    <a:pt x="545585" y="8059"/>
                  </a:lnTo>
                  <a:lnTo>
                    <a:pt x="541001" y="9984"/>
                  </a:lnTo>
                  <a:lnTo>
                    <a:pt x="536541" y="12205"/>
                  </a:lnTo>
                  <a:lnTo>
                    <a:pt x="532082" y="14426"/>
                  </a:lnTo>
                  <a:lnTo>
                    <a:pt x="527783" y="16925"/>
                  </a:lnTo>
                  <a:lnTo>
                    <a:pt x="523646" y="19703"/>
                  </a:lnTo>
                  <a:lnTo>
                    <a:pt x="519509" y="22481"/>
                  </a:lnTo>
                  <a:lnTo>
                    <a:pt x="501267" y="39351"/>
                  </a:lnTo>
                  <a:lnTo>
                    <a:pt x="497975" y="43095"/>
                  </a:lnTo>
                  <a:lnTo>
                    <a:pt x="494938" y="47036"/>
                  </a:lnTo>
                  <a:lnTo>
                    <a:pt x="492155" y="51173"/>
                  </a:lnTo>
                  <a:lnTo>
                    <a:pt x="489372" y="55310"/>
                  </a:lnTo>
                  <a:lnTo>
                    <a:pt x="486866" y="59610"/>
                  </a:lnTo>
                  <a:lnTo>
                    <a:pt x="484638" y="64072"/>
                  </a:lnTo>
                  <a:lnTo>
                    <a:pt x="482410" y="68534"/>
                  </a:lnTo>
                  <a:lnTo>
                    <a:pt x="480478" y="73121"/>
                  </a:lnTo>
                  <a:lnTo>
                    <a:pt x="478842" y="77833"/>
                  </a:lnTo>
                  <a:lnTo>
                    <a:pt x="477206" y="82545"/>
                  </a:lnTo>
                  <a:lnTo>
                    <a:pt x="475880" y="87343"/>
                  </a:lnTo>
                  <a:lnTo>
                    <a:pt x="474863" y="92227"/>
                  </a:lnTo>
                  <a:lnTo>
                    <a:pt x="473846" y="97110"/>
                  </a:lnTo>
                  <a:lnTo>
                    <a:pt x="473148" y="102040"/>
                  </a:lnTo>
                  <a:lnTo>
                    <a:pt x="472767" y="107014"/>
                  </a:lnTo>
                  <a:lnTo>
                    <a:pt x="472387" y="111988"/>
                  </a:lnTo>
                  <a:lnTo>
                    <a:pt x="472327" y="116966"/>
                  </a:lnTo>
                  <a:lnTo>
                    <a:pt x="472590" y="121948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73990" y="3597071"/>
              <a:ext cx="90681" cy="12864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422116" y="3084849"/>
              <a:ext cx="295275" cy="847725"/>
            </a:xfrm>
            <a:custGeom>
              <a:avLst/>
              <a:gdLst/>
              <a:ahLst/>
              <a:cxnLst/>
              <a:rect l="l" t="t" r="r" b="b"/>
              <a:pathLst>
                <a:path w="295275" h="847725">
                  <a:moveTo>
                    <a:pt x="0" y="395936"/>
                  </a:moveTo>
                  <a:lnTo>
                    <a:pt x="150895" y="242596"/>
                  </a:lnTo>
                </a:path>
                <a:path w="295275" h="847725">
                  <a:moveTo>
                    <a:pt x="209203" y="255562"/>
                  </a:moveTo>
                  <a:lnTo>
                    <a:pt x="294828" y="353146"/>
                  </a:lnTo>
                </a:path>
                <a:path w="295275" h="847725">
                  <a:moveTo>
                    <a:pt x="241251" y="36596"/>
                  </a:moveTo>
                  <a:lnTo>
                    <a:pt x="241264" y="0"/>
                  </a:lnTo>
                </a:path>
                <a:path w="295275" h="847725">
                  <a:moveTo>
                    <a:pt x="240609" y="694688"/>
                  </a:moveTo>
                  <a:lnTo>
                    <a:pt x="240969" y="847724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43033" y="3098914"/>
              <a:ext cx="88915" cy="10655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364389" y="3120261"/>
              <a:ext cx="599440" cy="490855"/>
            </a:xfrm>
            <a:custGeom>
              <a:avLst/>
              <a:gdLst/>
              <a:ahLst/>
              <a:cxnLst/>
              <a:rect l="l" t="t" r="r" b="b"/>
              <a:pathLst>
                <a:path w="599440" h="490854">
                  <a:moveTo>
                    <a:pt x="437013" y="318178"/>
                  </a:moveTo>
                  <a:lnTo>
                    <a:pt x="492272" y="380961"/>
                  </a:lnTo>
                </a:path>
                <a:path w="599440" h="490854">
                  <a:moveTo>
                    <a:pt x="599283" y="384839"/>
                  </a:moveTo>
                  <a:lnTo>
                    <a:pt x="599208" y="43239"/>
                  </a:lnTo>
                </a:path>
                <a:path w="599440" h="490854">
                  <a:moveTo>
                    <a:pt x="65" y="65251"/>
                  </a:moveTo>
                  <a:lnTo>
                    <a:pt x="246" y="439109"/>
                  </a:lnTo>
                </a:path>
                <a:path w="599440" h="490854">
                  <a:moveTo>
                    <a:pt x="100" y="439105"/>
                  </a:moveTo>
                  <a:lnTo>
                    <a:pt x="10851" y="471380"/>
                  </a:lnTo>
                  <a:lnTo>
                    <a:pt x="13254" y="474418"/>
                  </a:lnTo>
                  <a:lnTo>
                    <a:pt x="39764" y="489237"/>
                  </a:lnTo>
                  <a:lnTo>
                    <a:pt x="43553" y="490024"/>
                  </a:lnTo>
                  <a:lnTo>
                    <a:pt x="47381" y="490363"/>
                  </a:lnTo>
                  <a:lnTo>
                    <a:pt x="51248" y="490256"/>
                  </a:lnTo>
                  <a:lnTo>
                    <a:pt x="55115" y="490149"/>
                  </a:lnTo>
                  <a:lnTo>
                    <a:pt x="58919" y="489597"/>
                  </a:lnTo>
                  <a:lnTo>
                    <a:pt x="62658" y="488602"/>
                  </a:lnTo>
                </a:path>
                <a:path w="599440" h="490854">
                  <a:moveTo>
                    <a:pt x="62962" y="489749"/>
                  </a:moveTo>
                  <a:lnTo>
                    <a:pt x="174700" y="489799"/>
                  </a:lnTo>
                </a:path>
                <a:path w="599440" h="490854">
                  <a:moveTo>
                    <a:pt x="549470" y="734"/>
                  </a:moveTo>
                  <a:lnTo>
                    <a:pt x="47080" y="0"/>
                  </a:lnTo>
                </a:path>
              </a:pathLst>
            </a:custGeom>
            <a:ln w="41045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78980" y="6568380"/>
              <a:ext cx="626110" cy="788035"/>
            </a:xfrm>
            <a:custGeom>
              <a:avLst/>
              <a:gdLst/>
              <a:ahLst/>
              <a:cxnLst/>
              <a:rect l="l" t="t" r="r" b="b"/>
              <a:pathLst>
                <a:path w="626110" h="788034">
                  <a:moveTo>
                    <a:pt x="28404" y="77884"/>
                  </a:moveTo>
                  <a:lnTo>
                    <a:pt x="8248" y="121877"/>
                  </a:lnTo>
                  <a:lnTo>
                    <a:pt x="1140" y="161670"/>
                  </a:lnTo>
                  <a:lnTo>
                    <a:pt x="0" y="175269"/>
                  </a:lnTo>
                  <a:lnTo>
                    <a:pt x="635" y="188292"/>
                  </a:lnTo>
                  <a:lnTo>
                    <a:pt x="5823" y="227344"/>
                  </a:lnTo>
                  <a:lnTo>
                    <a:pt x="24311" y="274934"/>
                  </a:lnTo>
                  <a:lnTo>
                    <a:pt x="47240" y="307394"/>
                  </a:lnTo>
                  <a:lnTo>
                    <a:pt x="83435" y="339287"/>
                  </a:lnTo>
                  <a:lnTo>
                    <a:pt x="127648" y="359481"/>
                  </a:lnTo>
                  <a:lnTo>
                    <a:pt x="175367" y="365705"/>
                  </a:lnTo>
                  <a:lnTo>
                    <a:pt x="186994" y="365475"/>
                  </a:lnTo>
                  <a:lnTo>
                    <a:pt x="233431" y="354045"/>
                  </a:lnTo>
                  <a:lnTo>
                    <a:pt x="275261" y="328718"/>
                  </a:lnTo>
                  <a:lnTo>
                    <a:pt x="309502" y="291104"/>
                  </a:lnTo>
                  <a:lnTo>
                    <a:pt x="328979" y="253873"/>
                  </a:lnTo>
                  <a:lnTo>
                    <a:pt x="340483" y="212832"/>
                  </a:lnTo>
                  <a:lnTo>
                    <a:pt x="343799" y="185565"/>
                  </a:lnTo>
                  <a:lnTo>
                    <a:pt x="343469" y="170833"/>
                  </a:lnTo>
                  <a:lnTo>
                    <a:pt x="337975" y="128569"/>
                  </a:lnTo>
                  <a:lnTo>
                    <a:pt x="322587" y="90749"/>
                  </a:lnTo>
                  <a:lnTo>
                    <a:pt x="299986" y="58070"/>
                  </a:lnTo>
                  <a:lnTo>
                    <a:pt x="271545" y="31789"/>
                  </a:lnTo>
                  <a:lnTo>
                    <a:pt x="233852" y="10798"/>
                  </a:lnTo>
                  <a:lnTo>
                    <a:pt x="195693" y="1766"/>
                  </a:lnTo>
                  <a:lnTo>
                    <a:pt x="182259" y="0"/>
                  </a:lnTo>
                  <a:lnTo>
                    <a:pt x="169393" y="207"/>
                  </a:lnTo>
                  <a:lnTo>
                    <a:pt x="130432" y="4843"/>
                  </a:lnTo>
                  <a:lnTo>
                    <a:pt x="91539" y="20353"/>
                  </a:lnTo>
                  <a:lnTo>
                    <a:pt x="58060" y="43738"/>
                  </a:lnTo>
                  <a:lnTo>
                    <a:pt x="28404" y="77884"/>
                  </a:lnTo>
                </a:path>
                <a:path w="626110" h="788034">
                  <a:moveTo>
                    <a:pt x="496380" y="729073"/>
                  </a:moveTo>
                  <a:lnTo>
                    <a:pt x="489336" y="768823"/>
                  </a:lnTo>
                  <a:lnTo>
                    <a:pt x="449712" y="786996"/>
                  </a:lnTo>
                  <a:lnTo>
                    <a:pt x="437370" y="787439"/>
                  </a:lnTo>
                </a:path>
                <a:path w="626110" h="788034">
                  <a:moveTo>
                    <a:pt x="533737" y="406612"/>
                  </a:moveTo>
                  <a:lnTo>
                    <a:pt x="550041" y="405006"/>
                  </a:lnTo>
                  <a:lnTo>
                    <a:pt x="570217" y="404310"/>
                  </a:lnTo>
                  <a:lnTo>
                    <a:pt x="588680" y="404279"/>
                  </a:lnTo>
                  <a:lnTo>
                    <a:pt x="599849" y="404666"/>
                  </a:lnTo>
                  <a:lnTo>
                    <a:pt x="625016" y="429785"/>
                  </a:lnTo>
                  <a:lnTo>
                    <a:pt x="625569" y="434694"/>
                  </a:lnTo>
                </a:path>
              </a:pathLst>
            </a:custGeom>
            <a:ln w="3489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0043" y="7248262"/>
              <a:ext cx="71987" cy="6659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631607" y="6934511"/>
              <a:ext cx="81280" cy="74295"/>
            </a:xfrm>
            <a:custGeom>
              <a:avLst/>
              <a:gdLst/>
              <a:ahLst/>
              <a:cxnLst/>
              <a:rect l="l" t="t" r="r" b="b"/>
              <a:pathLst>
                <a:path w="81280" h="74295">
                  <a:moveTo>
                    <a:pt x="0" y="45351"/>
                  </a:moveTo>
                  <a:lnTo>
                    <a:pt x="24645" y="74227"/>
                  </a:lnTo>
                  <a:lnTo>
                    <a:pt x="44202" y="74146"/>
                  </a:lnTo>
                  <a:lnTo>
                    <a:pt x="79288" y="56631"/>
                  </a:lnTo>
                  <a:lnTo>
                    <a:pt x="80884" y="31038"/>
                  </a:lnTo>
                  <a:lnTo>
                    <a:pt x="80336" y="19043"/>
                  </a:lnTo>
                  <a:lnTo>
                    <a:pt x="38706" y="0"/>
                  </a:lnTo>
                  <a:lnTo>
                    <a:pt x="24757" y="207"/>
                  </a:lnTo>
                  <a:lnTo>
                    <a:pt x="0" y="45351"/>
                  </a:lnTo>
                </a:path>
              </a:pathLst>
            </a:custGeom>
            <a:ln w="3489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0262" y="7281785"/>
              <a:ext cx="80115" cy="9145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027614" y="6964045"/>
              <a:ext cx="777240" cy="391795"/>
            </a:xfrm>
            <a:custGeom>
              <a:avLst/>
              <a:gdLst/>
              <a:ahLst/>
              <a:cxnLst/>
              <a:rect l="l" t="t" r="r" b="b"/>
              <a:pathLst>
                <a:path w="777239" h="391795">
                  <a:moveTo>
                    <a:pt x="0" y="247060"/>
                  </a:moveTo>
                  <a:lnTo>
                    <a:pt x="3724" y="204250"/>
                  </a:lnTo>
                  <a:lnTo>
                    <a:pt x="14136" y="166475"/>
                  </a:lnTo>
                  <a:lnTo>
                    <a:pt x="32045" y="131257"/>
                  </a:lnTo>
                  <a:lnTo>
                    <a:pt x="58397" y="98082"/>
                  </a:lnTo>
                  <a:lnTo>
                    <a:pt x="91616" y="71106"/>
                  </a:lnTo>
                  <a:lnTo>
                    <a:pt x="127936" y="50369"/>
                  </a:lnTo>
                  <a:lnTo>
                    <a:pt x="153117" y="39638"/>
                  </a:lnTo>
                  <a:lnTo>
                    <a:pt x="178571" y="31114"/>
                  </a:lnTo>
                </a:path>
                <a:path w="777239" h="391795">
                  <a:moveTo>
                    <a:pt x="554758" y="333358"/>
                  </a:moveTo>
                  <a:lnTo>
                    <a:pt x="517121" y="316695"/>
                  </a:lnTo>
                  <a:lnTo>
                    <a:pt x="512782" y="288439"/>
                  </a:lnTo>
                  <a:lnTo>
                    <a:pt x="512557" y="279797"/>
                  </a:lnTo>
                </a:path>
                <a:path w="777239" h="391795">
                  <a:moveTo>
                    <a:pt x="512608" y="41978"/>
                  </a:moveTo>
                  <a:lnTo>
                    <a:pt x="538463" y="9000"/>
                  </a:lnTo>
                  <a:lnTo>
                    <a:pt x="578737" y="8077"/>
                  </a:lnTo>
                  <a:lnTo>
                    <a:pt x="604002" y="7974"/>
                  </a:lnTo>
                </a:path>
                <a:path w="777239" h="391795">
                  <a:moveTo>
                    <a:pt x="227590" y="4409"/>
                  </a:moveTo>
                  <a:lnTo>
                    <a:pt x="174374" y="32576"/>
                  </a:lnTo>
                </a:path>
                <a:path w="777239" h="391795">
                  <a:moveTo>
                    <a:pt x="216460" y="151246"/>
                  </a:moveTo>
                  <a:lnTo>
                    <a:pt x="178571" y="31114"/>
                  </a:lnTo>
                </a:path>
                <a:path w="777239" h="391795">
                  <a:moveTo>
                    <a:pt x="304764" y="101675"/>
                  </a:moveTo>
                  <a:lnTo>
                    <a:pt x="216460" y="151246"/>
                  </a:lnTo>
                </a:path>
                <a:path w="777239" h="391795">
                  <a:moveTo>
                    <a:pt x="323367" y="124999"/>
                  </a:moveTo>
                  <a:lnTo>
                    <a:pt x="227590" y="4409"/>
                  </a:lnTo>
                </a:path>
                <a:path w="777239" h="391795">
                  <a:moveTo>
                    <a:pt x="323847" y="391784"/>
                  </a:moveTo>
                  <a:lnTo>
                    <a:pt x="323367" y="124999"/>
                  </a:lnTo>
                </a:path>
                <a:path w="777239" h="391795">
                  <a:moveTo>
                    <a:pt x="462943" y="32218"/>
                  </a:moveTo>
                  <a:lnTo>
                    <a:pt x="420956" y="0"/>
                  </a:lnTo>
                </a:path>
                <a:path w="777239" h="391795">
                  <a:moveTo>
                    <a:pt x="462943" y="32218"/>
                  </a:moveTo>
                  <a:lnTo>
                    <a:pt x="429834" y="151179"/>
                  </a:lnTo>
                </a:path>
                <a:path w="777239" h="391795">
                  <a:moveTo>
                    <a:pt x="340671" y="102152"/>
                  </a:moveTo>
                  <a:lnTo>
                    <a:pt x="429834" y="151179"/>
                  </a:lnTo>
                </a:path>
                <a:path w="777239" h="391795">
                  <a:moveTo>
                    <a:pt x="420956" y="0"/>
                  </a:moveTo>
                  <a:lnTo>
                    <a:pt x="323367" y="124999"/>
                  </a:lnTo>
                </a:path>
                <a:path w="777239" h="391795">
                  <a:moveTo>
                    <a:pt x="776936" y="39030"/>
                  </a:moveTo>
                  <a:lnTo>
                    <a:pt x="776971" y="301663"/>
                  </a:lnTo>
                </a:path>
                <a:path w="777239" h="391795">
                  <a:moveTo>
                    <a:pt x="739875" y="333365"/>
                  </a:moveTo>
                  <a:lnTo>
                    <a:pt x="554758" y="333358"/>
                  </a:lnTo>
                </a:path>
                <a:path w="777239" h="391795">
                  <a:moveTo>
                    <a:pt x="512557" y="279797"/>
                  </a:moveTo>
                  <a:lnTo>
                    <a:pt x="512608" y="41978"/>
                  </a:lnTo>
                </a:path>
                <a:path w="777239" h="391795">
                  <a:moveTo>
                    <a:pt x="624992" y="222142"/>
                  </a:moveTo>
                  <a:lnTo>
                    <a:pt x="714285" y="125052"/>
                  </a:lnTo>
                </a:path>
                <a:path w="777239" h="391795">
                  <a:moveTo>
                    <a:pt x="582402" y="179803"/>
                  </a:moveTo>
                  <a:lnTo>
                    <a:pt x="624992" y="222142"/>
                  </a:lnTo>
                </a:path>
                <a:path w="777239" h="391795">
                  <a:moveTo>
                    <a:pt x="588736" y="391774"/>
                  </a:moveTo>
                  <a:lnTo>
                    <a:pt x="45318" y="391749"/>
                  </a:lnTo>
                </a:path>
                <a:path w="777239" h="391795">
                  <a:moveTo>
                    <a:pt x="94" y="335186"/>
                  </a:moveTo>
                  <a:lnTo>
                    <a:pt x="0" y="247060"/>
                  </a:lnTo>
                </a:path>
              </a:pathLst>
            </a:custGeom>
            <a:ln w="3489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7460" y="6796370"/>
              <a:ext cx="123723" cy="10781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67640" y="6598094"/>
              <a:ext cx="120292" cy="12426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9321104" y="7290199"/>
              <a:ext cx="847725" cy="635"/>
            </a:xfrm>
            <a:custGeom>
              <a:avLst/>
              <a:gdLst/>
              <a:ahLst/>
              <a:cxnLst/>
              <a:rect l="l" t="t" r="r" b="b"/>
              <a:pathLst>
                <a:path w="847725" h="634">
                  <a:moveTo>
                    <a:pt x="847724" y="0"/>
                  </a:moveTo>
                  <a:lnTo>
                    <a:pt x="0" y="40"/>
                  </a:lnTo>
                </a:path>
              </a:pathLst>
            </a:custGeom>
            <a:ln w="38194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94117" y="6847569"/>
              <a:ext cx="116952" cy="7219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400953" y="6682364"/>
              <a:ext cx="699135" cy="419100"/>
            </a:xfrm>
            <a:custGeom>
              <a:avLst/>
              <a:gdLst/>
              <a:ahLst/>
              <a:cxnLst/>
              <a:rect l="l" t="t" r="r" b="b"/>
              <a:pathLst>
                <a:path w="699134" h="419100">
                  <a:moveTo>
                    <a:pt x="698595" y="13436"/>
                  </a:moveTo>
                  <a:lnTo>
                    <a:pt x="516265" y="250156"/>
                  </a:lnTo>
                </a:path>
                <a:path w="699134" h="419100">
                  <a:moveTo>
                    <a:pt x="0" y="418538"/>
                  </a:moveTo>
                  <a:lnTo>
                    <a:pt x="211014" y="202715"/>
                  </a:lnTo>
                </a:path>
                <a:path w="699134" h="419100">
                  <a:moveTo>
                    <a:pt x="691529" y="0"/>
                  </a:moveTo>
                  <a:lnTo>
                    <a:pt x="698488" y="13233"/>
                  </a:lnTo>
                </a:path>
                <a:path w="699134" h="419100">
                  <a:moveTo>
                    <a:pt x="516265" y="250156"/>
                  </a:moveTo>
                  <a:lnTo>
                    <a:pt x="495862" y="268721"/>
                  </a:lnTo>
                  <a:lnTo>
                    <a:pt x="476779" y="274012"/>
                  </a:lnTo>
                  <a:lnTo>
                    <a:pt x="457056" y="269358"/>
                  </a:lnTo>
                  <a:lnTo>
                    <a:pt x="434736" y="258085"/>
                  </a:lnTo>
                  <a:lnTo>
                    <a:pt x="291125" y="184335"/>
                  </a:lnTo>
                </a:path>
              </a:pathLst>
            </a:custGeom>
            <a:ln w="38212">
              <a:solidFill>
                <a:srgbClr val="8B98C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79537" y="4312042"/>
            <a:ext cx="7054850" cy="166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70">
                <a:solidFill>
                  <a:srgbClr val="EBECEF"/>
                </a:solidFill>
                <a:latin typeface="Cambria"/>
                <a:cs typeface="Cambria"/>
              </a:rPr>
              <a:t>Content</a:t>
            </a:r>
            <a:r>
              <a:rPr dirty="0" sz="3150" spc="3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45">
                <a:solidFill>
                  <a:srgbClr val="EBECEF"/>
                </a:solidFill>
                <a:latin typeface="Cambria"/>
                <a:cs typeface="Cambria"/>
              </a:rPr>
              <a:t>/implification</a:t>
            </a:r>
            <a:endParaRPr sz="3150">
              <a:latin typeface="Cambria"/>
              <a:cs typeface="Cambria"/>
            </a:endParaRPr>
          </a:p>
          <a:p>
            <a:pPr marL="12700" marR="5080">
              <a:lnSpc>
                <a:spcPct val="137300"/>
              </a:lnSpc>
              <a:spcBef>
                <a:spcPts val="73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AI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simplifies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lengthy</a:t>
            </a:r>
            <a:r>
              <a:rPr dirty="0" sz="2550" spc="4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notes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into</a:t>
            </a:r>
            <a:r>
              <a:rPr dirty="0" sz="2550" spc="4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short,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meaningful explanations.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308403" y="4312042"/>
            <a:ext cx="7875905" cy="1133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55">
                <a:solidFill>
                  <a:srgbClr val="EBECEF"/>
                </a:solidFill>
                <a:latin typeface="Cambria"/>
                <a:cs typeface="Cambria"/>
              </a:rPr>
              <a:t>Visual</a:t>
            </a:r>
            <a:r>
              <a:rPr dirty="0" sz="3150" spc="1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25">
                <a:solidFill>
                  <a:srgbClr val="EBECEF"/>
                </a:solidFill>
                <a:latin typeface="Cambria"/>
                <a:cs typeface="Cambria"/>
              </a:rPr>
              <a:t>/torytelling</a:t>
            </a:r>
            <a:endParaRPr sz="3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Creates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visual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comics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to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represent</a:t>
            </a:r>
            <a:r>
              <a:rPr dirty="0" sz="2550" spc="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complex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concepts.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979537" y="7604269"/>
            <a:ext cx="7091680" cy="166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65">
                <a:solidFill>
                  <a:srgbClr val="EBECEF"/>
                </a:solidFill>
                <a:latin typeface="Cambria"/>
                <a:cs typeface="Cambria"/>
              </a:rPr>
              <a:t>Automated</a:t>
            </a:r>
            <a:r>
              <a:rPr dirty="0" sz="3150" spc="2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40">
                <a:solidFill>
                  <a:srgbClr val="EBECEF"/>
                </a:solidFill>
                <a:latin typeface="Cambria"/>
                <a:cs typeface="Cambria"/>
              </a:rPr>
              <a:t>Quizzing</a:t>
            </a:r>
            <a:endParaRPr sz="3150">
              <a:latin typeface="Cambria"/>
              <a:cs typeface="Cambria"/>
            </a:endParaRPr>
          </a:p>
          <a:p>
            <a:pPr marL="12700" marR="5080">
              <a:lnSpc>
                <a:spcPct val="137300"/>
              </a:lnSpc>
              <a:spcBef>
                <a:spcPts val="73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Generates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quizzes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questions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from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extracted information.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9131300" y="7604269"/>
            <a:ext cx="7468870" cy="166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80">
                <a:solidFill>
                  <a:srgbClr val="EBECEF"/>
                </a:solidFill>
                <a:latin typeface="Cambria"/>
                <a:cs typeface="Cambria"/>
              </a:rPr>
              <a:t>Performance</a:t>
            </a:r>
            <a:r>
              <a:rPr dirty="0" sz="3150" spc="2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65">
                <a:solidFill>
                  <a:srgbClr val="EBECEF"/>
                </a:solidFill>
                <a:latin typeface="Cambria"/>
                <a:cs typeface="Cambria"/>
              </a:rPr>
              <a:t>Tracking</a:t>
            </a:r>
            <a:endParaRPr sz="3150">
              <a:latin typeface="Cambria"/>
              <a:cs typeface="Cambria"/>
            </a:endParaRPr>
          </a:p>
          <a:p>
            <a:pPr marL="189230" marR="5080">
              <a:lnSpc>
                <a:spcPct val="137300"/>
              </a:lnSpc>
              <a:spcBef>
                <a:spcPts val="73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Tracks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user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performance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updates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progress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EBECEF"/>
                </a:solidFill>
                <a:latin typeface="Arial MT"/>
                <a:cs typeface="Arial MT"/>
              </a:rPr>
              <a:t>in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their</a:t>
            </a:r>
            <a:r>
              <a:rPr dirty="0" sz="2550" spc="3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profile.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3354" rIns="0" bIns="0" rtlCol="0" vert="horz">
            <a:spAutoFit/>
          </a:bodyPr>
          <a:lstStyle/>
          <a:p>
            <a:pPr marL="200025">
              <a:lnSpc>
                <a:spcPct val="100000"/>
              </a:lnSpc>
              <a:spcBef>
                <a:spcPts val="110"/>
              </a:spcBef>
            </a:pPr>
            <a:r>
              <a:rPr dirty="0" sz="8850" spc="645"/>
              <a:t>BENEFIT/</a:t>
            </a:r>
            <a:endParaRPr sz="8850"/>
          </a:p>
        </p:txBody>
      </p:sp>
      <p:grpSp>
        <p:nvGrpSpPr>
          <p:cNvPr id="3" name="object 3" descr=""/>
          <p:cNvGrpSpPr/>
          <p:nvPr/>
        </p:nvGrpSpPr>
        <p:grpSpPr>
          <a:xfrm>
            <a:off x="954137" y="2870597"/>
            <a:ext cx="5302885" cy="3098165"/>
            <a:chOff x="954137" y="2870597"/>
            <a:chExt cx="5302885" cy="3098165"/>
          </a:xfrm>
        </p:grpSpPr>
        <p:sp>
          <p:nvSpPr>
            <p:cNvPr id="4" name="object 4" descr=""/>
            <p:cNvSpPr/>
            <p:nvPr/>
          </p:nvSpPr>
          <p:spPr>
            <a:xfrm>
              <a:off x="992237" y="2889647"/>
              <a:ext cx="5245735" cy="3060700"/>
            </a:xfrm>
            <a:custGeom>
              <a:avLst/>
              <a:gdLst/>
              <a:ahLst/>
              <a:cxnLst/>
              <a:rect l="l" t="t" r="r" b="b"/>
              <a:pathLst>
                <a:path w="5245735" h="3060700">
                  <a:moveTo>
                    <a:pt x="5061679" y="3060096"/>
                  </a:moveTo>
                  <a:lnTo>
                    <a:pt x="183832" y="3060096"/>
                  </a:lnTo>
                  <a:lnTo>
                    <a:pt x="134959" y="3053561"/>
                  </a:lnTo>
                  <a:lnTo>
                    <a:pt x="91044" y="3035120"/>
                  </a:lnTo>
                  <a:lnTo>
                    <a:pt x="53840" y="3006518"/>
                  </a:lnTo>
                  <a:lnTo>
                    <a:pt x="25096" y="2969503"/>
                  </a:lnTo>
                  <a:lnTo>
                    <a:pt x="6566" y="2925820"/>
                  </a:lnTo>
                  <a:lnTo>
                    <a:pt x="0" y="2877216"/>
                  </a:lnTo>
                  <a:lnTo>
                    <a:pt x="0" y="182879"/>
                  </a:lnTo>
                  <a:lnTo>
                    <a:pt x="6566" y="134276"/>
                  </a:lnTo>
                  <a:lnTo>
                    <a:pt x="25096" y="90593"/>
                  </a:lnTo>
                  <a:lnTo>
                    <a:pt x="53840" y="53578"/>
                  </a:lnTo>
                  <a:lnTo>
                    <a:pt x="91044" y="24976"/>
                  </a:lnTo>
                  <a:lnTo>
                    <a:pt x="134959" y="6535"/>
                  </a:lnTo>
                  <a:lnTo>
                    <a:pt x="183832" y="0"/>
                  </a:lnTo>
                  <a:lnTo>
                    <a:pt x="5061679" y="0"/>
                  </a:lnTo>
                  <a:lnTo>
                    <a:pt x="5110552" y="6535"/>
                  </a:lnTo>
                  <a:lnTo>
                    <a:pt x="5154467" y="24976"/>
                  </a:lnTo>
                  <a:lnTo>
                    <a:pt x="5191672" y="53578"/>
                  </a:lnTo>
                  <a:lnTo>
                    <a:pt x="5220415" y="90593"/>
                  </a:lnTo>
                  <a:lnTo>
                    <a:pt x="5238946" y="134276"/>
                  </a:lnTo>
                  <a:lnTo>
                    <a:pt x="5245512" y="182879"/>
                  </a:lnTo>
                  <a:lnTo>
                    <a:pt x="5245512" y="2877216"/>
                  </a:lnTo>
                  <a:lnTo>
                    <a:pt x="5238946" y="2925820"/>
                  </a:lnTo>
                  <a:lnTo>
                    <a:pt x="5220415" y="2969503"/>
                  </a:lnTo>
                  <a:lnTo>
                    <a:pt x="5191672" y="3006518"/>
                  </a:lnTo>
                  <a:lnTo>
                    <a:pt x="5154467" y="3035120"/>
                  </a:lnTo>
                  <a:lnTo>
                    <a:pt x="5110552" y="3053561"/>
                  </a:lnTo>
                  <a:lnTo>
                    <a:pt x="5061679" y="3060096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3187" y="2870597"/>
              <a:ext cx="5283835" cy="3098165"/>
            </a:xfrm>
            <a:custGeom>
              <a:avLst/>
              <a:gdLst/>
              <a:ahLst/>
              <a:cxnLst/>
              <a:rect l="l" t="t" r="r" b="b"/>
              <a:pathLst>
                <a:path w="5283835" h="3098165">
                  <a:moveTo>
                    <a:pt x="202882" y="3098155"/>
                  </a:moveTo>
                  <a:lnTo>
                    <a:pt x="156404" y="3092869"/>
                  </a:lnTo>
                  <a:lnTo>
                    <a:pt x="113716" y="3077691"/>
                  </a:lnTo>
                  <a:lnTo>
                    <a:pt x="76044" y="3053870"/>
                  </a:lnTo>
                  <a:lnTo>
                    <a:pt x="44612" y="3022610"/>
                  </a:lnTo>
                  <a:lnTo>
                    <a:pt x="20643" y="2985118"/>
                  </a:lnTo>
                  <a:lnTo>
                    <a:pt x="5365" y="2942602"/>
                  </a:lnTo>
                  <a:lnTo>
                    <a:pt x="0" y="2896267"/>
                  </a:lnTo>
                  <a:lnTo>
                    <a:pt x="0" y="201930"/>
                  </a:lnTo>
                  <a:lnTo>
                    <a:pt x="5365" y="155594"/>
                  </a:lnTo>
                  <a:lnTo>
                    <a:pt x="20643" y="113078"/>
                  </a:lnTo>
                  <a:lnTo>
                    <a:pt x="44612" y="75586"/>
                  </a:lnTo>
                  <a:lnTo>
                    <a:pt x="76044" y="44327"/>
                  </a:lnTo>
                  <a:lnTo>
                    <a:pt x="113716" y="20505"/>
                  </a:lnTo>
                  <a:lnTo>
                    <a:pt x="156404" y="5327"/>
                  </a:lnTo>
                  <a:lnTo>
                    <a:pt x="202882" y="0"/>
                  </a:lnTo>
                  <a:lnTo>
                    <a:pt x="5080730" y="0"/>
                  </a:lnTo>
                  <a:lnTo>
                    <a:pt x="5080730" y="19050"/>
                  </a:lnTo>
                  <a:lnTo>
                    <a:pt x="202882" y="19050"/>
                  </a:lnTo>
                  <a:lnTo>
                    <a:pt x="202882" y="38100"/>
                  </a:lnTo>
                  <a:lnTo>
                    <a:pt x="159025" y="43958"/>
                  </a:lnTo>
                  <a:lnTo>
                    <a:pt x="119648" y="60487"/>
                  </a:lnTo>
                  <a:lnTo>
                    <a:pt x="86308" y="86117"/>
                  </a:lnTo>
                  <a:lnTo>
                    <a:pt x="60564" y="119281"/>
                  </a:lnTo>
                  <a:lnTo>
                    <a:pt x="43975" y="158408"/>
                  </a:lnTo>
                  <a:lnTo>
                    <a:pt x="38100" y="201930"/>
                  </a:lnTo>
                  <a:lnTo>
                    <a:pt x="38100" y="2896267"/>
                  </a:lnTo>
                  <a:lnTo>
                    <a:pt x="43975" y="2939788"/>
                  </a:lnTo>
                  <a:lnTo>
                    <a:pt x="60564" y="2978915"/>
                  </a:lnTo>
                  <a:lnTo>
                    <a:pt x="86308" y="3012078"/>
                  </a:lnTo>
                  <a:lnTo>
                    <a:pt x="119648" y="3037709"/>
                  </a:lnTo>
                  <a:lnTo>
                    <a:pt x="159025" y="3054238"/>
                  </a:lnTo>
                  <a:lnTo>
                    <a:pt x="202882" y="3060097"/>
                  </a:lnTo>
                  <a:lnTo>
                    <a:pt x="5197720" y="3060097"/>
                  </a:lnTo>
                  <a:lnTo>
                    <a:pt x="5169895" y="3077691"/>
                  </a:lnTo>
                  <a:lnTo>
                    <a:pt x="5165803" y="3079147"/>
                  </a:lnTo>
                  <a:lnTo>
                    <a:pt x="202882" y="3079147"/>
                  </a:lnTo>
                  <a:lnTo>
                    <a:pt x="202882" y="3098155"/>
                  </a:lnTo>
                  <a:close/>
                </a:path>
                <a:path w="5283835" h="3098165">
                  <a:moveTo>
                    <a:pt x="5197720" y="3060097"/>
                  </a:moveTo>
                  <a:lnTo>
                    <a:pt x="5080730" y="3060097"/>
                  </a:lnTo>
                  <a:lnTo>
                    <a:pt x="5124553" y="3054238"/>
                  </a:lnTo>
                  <a:lnTo>
                    <a:pt x="5163922" y="3037709"/>
                  </a:lnTo>
                  <a:lnTo>
                    <a:pt x="5197268" y="3012078"/>
                  </a:lnTo>
                  <a:lnTo>
                    <a:pt x="5223026" y="2978915"/>
                  </a:lnTo>
                  <a:lnTo>
                    <a:pt x="5239629" y="2939788"/>
                  </a:lnTo>
                  <a:lnTo>
                    <a:pt x="5245512" y="2896267"/>
                  </a:lnTo>
                  <a:lnTo>
                    <a:pt x="5245512" y="201930"/>
                  </a:lnTo>
                  <a:lnTo>
                    <a:pt x="5239636" y="158408"/>
                  </a:lnTo>
                  <a:lnTo>
                    <a:pt x="5223047" y="119281"/>
                  </a:lnTo>
                  <a:lnTo>
                    <a:pt x="5197304" y="86117"/>
                  </a:lnTo>
                  <a:lnTo>
                    <a:pt x="5163964" y="60487"/>
                  </a:lnTo>
                  <a:lnTo>
                    <a:pt x="5124586" y="43958"/>
                  </a:lnTo>
                  <a:lnTo>
                    <a:pt x="5080730" y="38100"/>
                  </a:lnTo>
                  <a:lnTo>
                    <a:pt x="202882" y="38100"/>
                  </a:lnTo>
                  <a:lnTo>
                    <a:pt x="202882" y="19050"/>
                  </a:lnTo>
                  <a:lnTo>
                    <a:pt x="5080730" y="19050"/>
                  </a:lnTo>
                  <a:lnTo>
                    <a:pt x="5080730" y="0"/>
                  </a:lnTo>
                  <a:lnTo>
                    <a:pt x="5127208" y="5327"/>
                  </a:lnTo>
                  <a:lnTo>
                    <a:pt x="5169895" y="20505"/>
                  </a:lnTo>
                  <a:lnTo>
                    <a:pt x="5207568" y="44327"/>
                  </a:lnTo>
                  <a:lnTo>
                    <a:pt x="5239000" y="75586"/>
                  </a:lnTo>
                  <a:lnTo>
                    <a:pt x="5262968" y="113078"/>
                  </a:lnTo>
                  <a:lnTo>
                    <a:pt x="5278247" y="155594"/>
                  </a:lnTo>
                  <a:lnTo>
                    <a:pt x="5283612" y="201930"/>
                  </a:lnTo>
                  <a:lnTo>
                    <a:pt x="5283612" y="2896267"/>
                  </a:lnTo>
                  <a:lnTo>
                    <a:pt x="5278247" y="2942602"/>
                  </a:lnTo>
                  <a:lnTo>
                    <a:pt x="5262968" y="2985118"/>
                  </a:lnTo>
                  <a:lnTo>
                    <a:pt x="5239000" y="3022610"/>
                  </a:lnTo>
                  <a:lnTo>
                    <a:pt x="5207568" y="3053870"/>
                  </a:lnTo>
                  <a:lnTo>
                    <a:pt x="5197720" y="3060097"/>
                  </a:lnTo>
                  <a:close/>
                </a:path>
                <a:path w="5283835" h="3098165">
                  <a:moveTo>
                    <a:pt x="5080730" y="3098155"/>
                  </a:moveTo>
                  <a:lnTo>
                    <a:pt x="202887" y="3098155"/>
                  </a:lnTo>
                  <a:lnTo>
                    <a:pt x="202882" y="3079147"/>
                  </a:lnTo>
                  <a:lnTo>
                    <a:pt x="5080730" y="3079147"/>
                  </a:lnTo>
                  <a:lnTo>
                    <a:pt x="5080730" y="3098155"/>
                  </a:lnTo>
                  <a:close/>
                </a:path>
                <a:path w="5283835" h="3098165">
                  <a:moveTo>
                    <a:pt x="5081094" y="3098155"/>
                  </a:moveTo>
                  <a:lnTo>
                    <a:pt x="5080730" y="3098155"/>
                  </a:lnTo>
                  <a:lnTo>
                    <a:pt x="5080730" y="3079147"/>
                  </a:lnTo>
                  <a:lnTo>
                    <a:pt x="5165803" y="3079147"/>
                  </a:lnTo>
                  <a:lnTo>
                    <a:pt x="5127208" y="3092869"/>
                  </a:lnTo>
                  <a:lnTo>
                    <a:pt x="5081094" y="3098155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54137" y="2889647"/>
              <a:ext cx="152400" cy="3060065"/>
            </a:xfrm>
            <a:custGeom>
              <a:avLst/>
              <a:gdLst/>
              <a:ahLst/>
              <a:cxnLst/>
              <a:rect l="l" t="t" r="r" b="b"/>
              <a:pathLst>
                <a:path w="152400" h="3060065">
                  <a:moveTo>
                    <a:pt x="77143" y="3059905"/>
                  </a:moveTo>
                  <a:lnTo>
                    <a:pt x="75256" y="3059905"/>
                  </a:lnTo>
                  <a:lnTo>
                    <a:pt x="46532" y="3054110"/>
                  </a:lnTo>
                  <a:lnTo>
                    <a:pt x="22312" y="3037784"/>
                  </a:lnTo>
                  <a:lnTo>
                    <a:pt x="5985" y="3013564"/>
                  </a:lnTo>
                  <a:lnTo>
                    <a:pt x="0" y="2983896"/>
                  </a:lnTo>
                  <a:lnTo>
                    <a:pt x="0" y="76200"/>
                  </a:lnTo>
                  <a:lnTo>
                    <a:pt x="5985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983896"/>
                  </a:lnTo>
                  <a:lnTo>
                    <a:pt x="146414" y="3013564"/>
                  </a:lnTo>
                  <a:lnTo>
                    <a:pt x="130087" y="3037784"/>
                  </a:lnTo>
                  <a:lnTo>
                    <a:pt x="105867" y="3054110"/>
                  </a:lnTo>
                  <a:lnTo>
                    <a:pt x="77143" y="3059905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15454" y="3179133"/>
            <a:ext cx="4430395" cy="2630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170">
                <a:solidFill>
                  <a:srgbClr val="EBECEF"/>
                </a:solidFill>
                <a:latin typeface="Cambria"/>
                <a:cs typeface="Cambria"/>
              </a:rPr>
              <a:t>Engaging</a:t>
            </a:r>
            <a:r>
              <a:rPr dirty="0" sz="3150" spc="4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70">
                <a:solidFill>
                  <a:srgbClr val="EBECEF"/>
                </a:solidFill>
                <a:latin typeface="Cambria"/>
                <a:cs typeface="Cambria"/>
              </a:rPr>
              <a:t>&amp;</a:t>
            </a:r>
            <a:r>
              <a:rPr dirty="0" sz="3150" spc="4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55">
                <a:solidFill>
                  <a:srgbClr val="EBECEF"/>
                </a:solidFill>
                <a:latin typeface="Cambria"/>
                <a:cs typeface="Cambria"/>
              </a:rPr>
              <a:t>/tress-</a:t>
            </a:r>
            <a:r>
              <a:rPr dirty="0" sz="3150" spc="105">
                <a:solidFill>
                  <a:srgbClr val="EBECEF"/>
                </a:solidFill>
                <a:latin typeface="Cambria"/>
                <a:cs typeface="Cambria"/>
              </a:rPr>
              <a:t>Free</a:t>
            </a:r>
            <a:endParaRPr sz="3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50" spc="160">
                <a:solidFill>
                  <a:srgbClr val="EBECEF"/>
                </a:solidFill>
                <a:latin typeface="Cambria"/>
                <a:cs typeface="Cambria"/>
              </a:rPr>
              <a:t>/tudy</a:t>
            </a:r>
            <a:endParaRPr sz="3150">
              <a:latin typeface="Cambria"/>
              <a:cs typeface="Cambria"/>
            </a:endParaRPr>
          </a:p>
          <a:p>
            <a:pPr marL="17145" marR="261620">
              <a:lnSpc>
                <a:spcPct val="137800"/>
              </a:lnSpc>
              <a:spcBef>
                <a:spcPts val="665"/>
              </a:spcBef>
            </a:pP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Makes</a:t>
            </a:r>
            <a:r>
              <a:rPr dirty="0" sz="24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studying</a:t>
            </a:r>
            <a:r>
              <a:rPr dirty="0" sz="24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more</a:t>
            </a:r>
            <a:r>
              <a:rPr dirty="0" sz="24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fun</a:t>
            </a:r>
            <a:r>
              <a:rPr dirty="0" sz="24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EBECEF"/>
                </a:solidFill>
                <a:latin typeface="Arial MT"/>
                <a:cs typeface="Arial MT"/>
              </a:rPr>
              <a:t>and </a:t>
            </a: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less</a:t>
            </a:r>
            <a:r>
              <a:rPr dirty="0" sz="24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stressful</a:t>
            </a:r>
            <a:r>
              <a:rPr dirty="0" sz="24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EBECEF"/>
                </a:solidFill>
                <a:latin typeface="Arial MT"/>
                <a:cs typeface="Arial MT"/>
              </a:rPr>
              <a:t>through </a:t>
            </a:r>
            <a:r>
              <a:rPr dirty="0" sz="2450">
                <a:solidFill>
                  <a:srgbClr val="EBECEF"/>
                </a:solidFill>
                <a:latin typeface="Arial MT"/>
                <a:cs typeface="Arial MT"/>
              </a:rPr>
              <a:t>interactive</a:t>
            </a:r>
            <a:r>
              <a:rPr dirty="0" sz="2450" spc="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EBECEF"/>
                </a:solidFill>
                <a:latin typeface="Arial MT"/>
                <a:cs typeface="Arial MT"/>
              </a:rPr>
              <a:t>comics.</a:t>
            </a:r>
            <a:endParaRPr sz="245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483102" y="2870597"/>
            <a:ext cx="5302885" cy="3098165"/>
            <a:chOff x="6483102" y="2870597"/>
            <a:chExt cx="5302885" cy="3098165"/>
          </a:xfrm>
        </p:grpSpPr>
        <p:sp>
          <p:nvSpPr>
            <p:cNvPr id="9" name="object 9" descr=""/>
            <p:cNvSpPr/>
            <p:nvPr/>
          </p:nvSpPr>
          <p:spPr>
            <a:xfrm>
              <a:off x="6521202" y="2889647"/>
              <a:ext cx="5245735" cy="3060700"/>
            </a:xfrm>
            <a:custGeom>
              <a:avLst/>
              <a:gdLst/>
              <a:ahLst/>
              <a:cxnLst/>
              <a:rect l="l" t="t" r="r" b="b"/>
              <a:pathLst>
                <a:path w="5245734" h="3060700">
                  <a:moveTo>
                    <a:pt x="5061679" y="3060096"/>
                  </a:moveTo>
                  <a:lnTo>
                    <a:pt x="183832" y="3060096"/>
                  </a:lnTo>
                  <a:lnTo>
                    <a:pt x="134959" y="3053561"/>
                  </a:lnTo>
                  <a:lnTo>
                    <a:pt x="91044" y="3035120"/>
                  </a:lnTo>
                  <a:lnTo>
                    <a:pt x="53840" y="3006518"/>
                  </a:lnTo>
                  <a:lnTo>
                    <a:pt x="25096" y="2969503"/>
                  </a:lnTo>
                  <a:lnTo>
                    <a:pt x="6566" y="2925820"/>
                  </a:lnTo>
                  <a:lnTo>
                    <a:pt x="0" y="2877216"/>
                  </a:lnTo>
                  <a:lnTo>
                    <a:pt x="0" y="182879"/>
                  </a:lnTo>
                  <a:lnTo>
                    <a:pt x="6566" y="134276"/>
                  </a:lnTo>
                  <a:lnTo>
                    <a:pt x="25096" y="90593"/>
                  </a:lnTo>
                  <a:lnTo>
                    <a:pt x="53840" y="53578"/>
                  </a:lnTo>
                  <a:lnTo>
                    <a:pt x="91044" y="24976"/>
                  </a:lnTo>
                  <a:lnTo>
                    <a:pt x="134959" y="6535"/>
                  </a:lnTo>
                  <a:lnTo>
                    <a:pt x="183832" y="0"/>
                  </a:lnTo>
                  <a:lnTo>
                    <a:pt x="5061679" y="0"/>
                  </a:lnTo>
                  <a:lnTo>
                    <a:pt x="5110552" y="6535"/>
                  </a:lnTo>
                  <a:lnTo>
                    <a:pt x="5154467" y="24976"/>
                  </a:lnTo>
                  <a:lnTo>
                    <a:pt x="5191672" y="53578"/>
                  </a:lnTo>
                  <a:lnTo>
                    <a:pt x="5220415" y="90593"/>
                  </a:lnTo>
                  <a:lnTo>
                    <a:pt x="5238945" y="134276"/>
                  </a:lnTo>
                  <a:lnTo>
                    <a:pt x="5245511" y="182879"/>
                  </a:lnTo>
                  <a:lnTo>
                    <a:pt x="5245511" y="2877216"/>
                  </a:lnTo>
                  <a:lnTo>
                    <a:pt x="5238945" y="2925820"/>
                  </a:lnTo>
                  <a:lnTo>
                    <a:pt x="5220415" y="2969503"/>
                  </a:lnTo>
                  <a:lnTo>
                    <a:pt x="5191672" y="3006518"/>
                  </a:lnTo>
                  <a:lnTo>
                    <a:pt x="5154467" y="3035120"/>
                  </a:lnTo>
                  <a:lnTo>
                    <a:pt x="5110552" y="3053561"/>
                  </a:lnTo>
                  <a:lnTo>
                    <a:pt x="5061679" y="3060096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502152" y="2870597"/>
              <a:ext cx="5283835" cy="3098165"/>
            </a:xfrm>
            <a:custGeom>
              <a:avLst/>
              <a:gdLst/>
              <a:ahLst/>
              <a:cxnLst/>
              <a:rect l="l" t="t" r="r" b="b"/>
              <a:pathLst>
                <a:path w="5283834" h="3098165">
                  <a:moveTo>
                    <a:pt x="202882" y="3098155"/>
                  </a:moveTo>
                  <a:lnTo>
                    <a:pt x="156404" y="3092869"/>
                  </a:lnTo>
                  <a:lnTo>
                    <a:pt x="113716" y="3077691"/>
                  </a:lnTo>
                  <a:lnTo>
                    <a:pt x="76044" y="3053870"/>
                  </a:lnTo>
                  <a:lnTo>
                    <a:pt x="44612" y="3022610"/>
                  </a:lnTo>
                  <a:lnTo>
                    <a:pt x="20644" y="2985118"/>
                  </a:lnTo>
                  <a:lnTo>
                    <a:pt x="5365" y="2942602"/>
                  </a:lnTo>
                  <a:lnTo>
                    <a:pt x="0" y="2896267"/>
                  </a:lnTo>
                  <a:lnTo>
                    <a:pt x="0" y="201930"/>
                  </a:lnTo>
                  <a:lnTo>
                    <a:pt x="5365" y="155594"/>
                  </a:lnTo>
                  <a:lnTo>
                    <a:pt x="20644" y="113078"/>
                  </a:lnTo>
                  <a:lnTo>
                    <a:pt x="44612" y="75586"/>
                  </a:lnTo>
                  <a:lnTo>
                    <a:pt x="76044" y="44327"/>
                  </a:lnTo>
                  <a:lnTo>
                    <a:pt x="113716" y="20505"/>
                  </a:lnTo>
                  <a:lnTo>
                    <a:pt x="156404" y="5327"/>
                  </a:lnTo>
                  <a:lnTo>
                    <a:pt x="202882" y="0"/>
                  </a:lnTo>
                  <a:lnTo>
                    <a:pt x="5080729" y="0"/>
                  </a:lnTo>
                  <a:lnTo>
                    <a:pt x="5080729" y="19050"/>
                  </a:lnTo>
                  <a:lnTo>
                    <a:pt x="202882" y="19050"/>
                  </a:lnTo>
                  <a:lnTo>
                    <a:pt x="202882" y="38100"/>
                  </a:lnTo>
                  <a:lnTo>
                    <a:pt x="159025" y="43958"/>
                  </a:lnTo>
                  <a:lnTo>
                    <a:pt x="119648" y="60487"/>
                  </a:lnTo>
                  <a:lnTo>
                    <a:pt x="86308" y="86117"/>
                  </a:lnTo>
                  <a:lnTo>
                    <a:pt x="60564" y="119281"/>
                  </a:lnTo>
                  <a:lnTo>
                    <a:pt x="43976" y="158408"/>
                  </a:lnTo>
                  <a:lnTo>
                    <a:pt x="38100" y="201930"/>
                  </a:lnTo>
                  <a:lnTo>
                    <a:pt x="38100" y="2896267"/>
                  </a:lnTo>
                  <a:lnTo>
                    <a:pt x="43976" y="2939788"/>
                  </a:lnTo>
                  <a:lnTo>
                    <a:pt x="60564" y="2978915"/>
                  </a:lnTo>
                  <a:lnTo>
                    <a:pt x="86308" y="3012078"/>
                  </a:lnTo>
                  <a:lnTo>
                    <a:pt x="119648" y="3037709"/>
                  </a:lnTo>
                  <a:lnTo>
                    <a:pt x="159025" y="3054238"/>
                  </a:lnTo>
                  <a:lnTo>
                    <a:pt x="202882" y="3060097"/>
                  </a:lnTo>
                  <a:lnTo>
                    <a:pt x="5197720" y="3060097"/>
                  </a:lnTo>
                  <a:lnTo>
                    <a:pt x="5169895" y="3077691"/>
                  </a:lnTo>
                  <a:lnTo>
                    <a:pt x="5165803" y="3079147"/>
                  </a:lnTo>
                  <a:lnTo>
                    <a:pt x="202882" y="3079147"/>
                  </a:lnTo>
                  <a:lnTo>
                    <a:pt x="202882" y="3098155"/>
                  </a:lnTo>
                  <a:close/>
                </a:path>
                <a:path w="5283834" h="3098165">
                  <a:moveTo>
                    <a:pt x="5197720" y="3060097"/>
                  </a:moveTo>
                  <a:lnTo>
                    <a:pt x="5080729" y="3060097"/>
                  </a:lnTo>
                  <a:lnTo>
                    <a:pt x="5124553" y="3054238"/>
                  </a:lnTo>
                  <a:lnTo>
                    <a:pt x="5163921" y="3037709"/>
                  </a:lnTo>
                  <a:lnTo>
                    <a:pt x="5197268" y="3012078"/>
                  </a:lnTo>
                  <a:lnTo>
                    <a:pt x="5223026" y="2978915"/>
                  </a:lnTo>
                  <a:lnTo>
                    <a:pt x="5239629" y="2939788"/>
                  </a:lnTo>
                  <a:lnTo>
                    <a:pt x="5245512" y="2896267"/>
                  </a:lnTo>
                  <a:lnTo>
                    <a:pt x="5245512" y="201930"/>
                  </a:lnTo>
                  <a:lnTo>
                    <a:pt x="5239636" y="158408"/>
                  </a:lnTo>
                  <a:lnTo>
                    <a:pt x="5223047" y="119281"/>
                  </a:lnTo>
                  <a:lnTo>
                    <a:pt x="5197303" y="86117"/>
                  </a:lnTo>
                  <a:lnTo>
                    <a:pt x="5163964" y="60487"/>
                  </a:lnTo>
                  <a:lnTo>
                    <a:pt x="5124586" y="43958"/>
                  </a:lnTo>
                  <a:lnTo>
                    <a:pt x="5080729" y="38100"/>
                  </a:lnTo>
                  <a:lnTo>
                    <a:pt x="202882" y="38100"/>
                  </a:lnTo>
                  <a:lnTo>
                    <a:pt x="202882" y="19050"/>
                  </a:lnTo>
                  <a:lnTo>
                    <a:pt x="5080729" y="19050"/>
                  </a:lnTo>
                  <a:lnTo>
                    <a:pt x="5080729" y="0"/>
                  </a:lnTo>
                  <a:lnTo>
                    <a:pt x="5127207" y="5327"/>
                  </a:lnTo>
                  <a:lnTo>
                    <a:pt x="5169895" y="20505"/>
                  </a:lnTo>
                  <a:lnTo>
                    <a:pt x="5207567" y="44327"/>
                  </a:lnTo>
                  <a:lnTo>
                    <a:pt x="5239000" y="75586"/>
                  </a:lnTo>
                  <a:lnTo>
                    <a:pt x="5262968" y="113078"/>
                  </a:lnTo>
                  <a:lnTo>
                    <a:pt x="5278247" y="155594"/>
                  </a:lnTo>
                  <a:lnTo>
                    <a:pt x="5283612" y="201930"/>
                  </a:lnTo>
                  <a:lnTo>
                    <a:pt x="5283612" y="2896267"/>
                  </a:lnTo>
                  <a:lnTo>
                    <a:pt x="5278247" y="2942602"/>
                  </a:lnTo>
                  <a:lnTo>
                    <a:pt x="5262968" y="2985118"/>
                  </a:lnTo>
                  <a:lnTo>
                    <a:pt x="5239000" y="3022610"/>
                  </a:lnTo>
                  <a:lnTo>
                    <a:pt x="5207567" y="3053870"/>
                  </a:lnTo>
                  <a:lnTo>
                    <a:pt x="5197720" y="3060097"/>
                  </a:lnTo>
                  <a:close/>
                </a:path>
                <a:path w="5283834" h="3098165">
                  <a:moveTo>
                    <a:pt x="5080729" y="3098155"/>
                  </a:moveTo>
                  <a:lnTo>
                    <a:pt x="202887" y="3098155"/>
                  </a:lnTo>
                  <a:lnTo>
                    <a:pt x="202882" y="3079147"/>
                  </a:lnTo>
                  <a:lnTo>
                    <a:pt x="5080729" y="3079147"/>
                  </a:lnTo>
                  <a:lnTo>
                    <a:pt x="5080729" y="3098155"/>
                  </a:lnTo>
                  <a:close/>
                </a:path>
                <a:path w="5283834" h="3098165">
                  <a:moveTo>
                    <a:pt x="5081094" y="3098155"/>
                  </a:moveTo>
                  <a:lnTo>
                    <a:pt x="5080729" y="3098155"/>
                  </a:lnTo>
                  <a:lnTo>
                    <a:pt x="5080729" y="3079147"/>
                  </a:lnTo>
                  <a:lnTo>
                    <a:pt x="5165803" y="3079147"/>
                  </a:lnTo>
                  <a:lnTo>
                    <a:pt x="5127207" y="3092869"/>
                  </a:lnTo>
                  <a:lnTo>
                    <a:pt x="5081094" y="3098155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02" y="2889647"/>
              <a:ext cx="152400" cy="3060065"/>
            </a:xfrm>
            <a:custGeom>
              <a:avLst/>
              <a:gdLst/>
              <a:ahLst/>
              <a:cxnLst/>
              <a:rect l="l" t="t" r="r" b="b"/>
              <a:pathLst>
                <a:path w="152400" h="3060065">
                  <a:moveTo>
                    <a:pt x="77143" y="3059905"/>
                  </a:moveTo>
                  <a:lnTo>
                    <a:pt x="75256" y="3059905"/>
                  </a:lnTo>
                  <a:lnTo>
                    <a:pt x="46532" y="3054110"/>
                  </a:lnTo>
                  <a:lnTo>
                    <a:pt x="22312" y="3037784"/>
                  </a:lnTo>
                  <a:lnTo>
                    <a:pt x="5986" y="3013564"/>
                  </a:lnTo>
                  <a:lnTo>
                    <a:pt x="0" y="2983896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983896"/>
                  </a:lnTo>
                  <a:lnTo>
                    <a:pt x="146414" y="3013564"/>
                  </a:lnTo>
                  <a:lnTo>
                    <a:pt x="130087" y="3037784"/>
                  </a:lnTo>
                  <a:lnTo>
                    <a:pt x="105867" y="3054110"/>
                  </a:lnTo>
                  <a:lnTo>
                    <a:pt x="77143" y="3059905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944420" y="3179133"/>
            <a:ext cx="4464050" cy="2687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885825">
              <a:lnSpc>
                <a:spcPts val="3900"/>
              </a:lnSpc>
              <a:spcBef>
                <a:spcPts val="130"/>
              </a:spcBef>
            </a:pPr>
            <a:r>
              <a:rPr dirty="0" sz="3150" spc="175">
                <a:solidFill>
                  <a:srgbClr val="EBECEF"/>
                </a:solidFill>
                <a:latin typeface="Cambria"/>
                <a:cs typeface="Cambria"/>
              </a:rPr>
              <a:t>Enhanced</a:t>
            </a:r>
            <a:r>
              <a:rPr dirty="0" sz="3150" spc="50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75">
                <a:solidFill>
                  <a:srgbClr val="EBECEF"/>
                </a:solidFill>
                <a:latin typeface="Cambria"/>
                <a:cs typeface="Cambria"/>
              </a:rPr>
              <a:t>Memory </a:t>
            </a:r>
            <a:r>
              <a:rPr dirty="0" sz="3150" spc="125">
                <a:solidFill>
                  <a:srgbClr val="EBECEF"/>
                </a:solidFill>
                <a:latin typeface="Cambria"/>
                <a:cs typeface="Cambria"/>
              </a:rPr>
              <a:t>Retention</a:t>
            </a:r>
            <a:endParaRPr sz="3150">
              <a:latin typeface="Cambria"/>
              <a:cs typeface="Cambria"/>
            </a:endParaRPr>
          </a:p>
          <a:p>
            <a:pPr marL="14604" marR="5080">
              <a:lnSpc>
                <a:spcPct val="137300"/>
              </a:lnSpc>
              <a:spcBef>
                <a:spcPts val="515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Comic-style</a:t>
            </a:r>
            <a:r>
              <a:rPr dirty="0" sz="2550" spc="9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visuals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significantly</a:t>
            </a:r>
            <a:r>
              <a:rPr dirty="0" sz="2550" spc="8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improve</a:t>
            </a:r>
            <a:r>
              <a:rPr dirty="0" sz="2550" spc="10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long-</a:t>
            </a:r>
            <a:r>
              <a:rPr dirty="0" sz="2550" spc="-20">
                <a:solidFill>
                  <a:srgbClr val="EBECEF"/>
                </a:solidFill>
                <a:latin typeface="Arial MT"/>
                <a:cs typeface="Arial MT"/>
              </a:rPr>
              <a:t>term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memory.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012066" y="2870597"/>
            <a:ext cx="5302885" cy="3098165"/>
            <a:chOff x="12012066" y="2870597"/>
            <a:chExt cx="5302885" cy="3098165"/>
          </a:xfrm>
        </p:grpSpPr>
        <p:sp>
          <p:nvSpPr>
            <p:cNvPr id="14" name="object 14" descr=""/>
            <p:cNvSpPr/>
            <p:nvPr/>
          </p:nvSpPr>
          <p:spPr>
            <a:xfrm>
              <a:off x="12050165" y="2889647"/>
              <a:ext cx="5245735" cy="3060700"/>
            </a:xfrm>
            <a:custGeom>
              <a:avLst/>
              <a:gdLst/>
              <a:ahLst/>
              <a:cxnLst/>
              <a:rect l="l" t="t" r="r" b="b"/>
              <a:pathLst>
                <a:path w="5245734" h="3060700">
                  <a:moveTo>
                    <a:pt x="5061680" y="3060096"/>
                  </a:moveTo>
                  <a:lnTo>
                    <a:pt x="183832" y="3060096"/>
                  </a:lnTo>
                  <a:lnTo>
                    <a:pt x="134959" y="3053561"/>
                  </a:lnTo>
                  <a:lnTo>
                    <a:pt x="91044" y="3035120"/>
                  </a:lnTo>
                  <a:lnTo>
                    <a:pt x="53840" y="3006518"/>
                  </a:lnTo>
                  <a:lnTo>
                    <a:pt x="25096" y="2969503"/>
                  </a:lnTo>
                  <a:lnTo>
                    <a:pt x="6566" y="2925820"/>
                  </a:lnTo>
                  <a:lnTo>
                    <a:pt x="0" y="2877216"/>
                  </a:lnTo>
                  <a:lnTo>
                    <a:pt x="0" y="182879"/>
                  </a:lnTo>
                  <a:lnTo>
                    <a:pt x="6566" y="134276"/>
                  </a:lnTo>
                  <a:lnTo>
                    <a:pt x="25096" y="90593"/>
                  </a:lnTo>
                  <a:lnTo>
                    <a:pt x="53840" y="53578"/>
                  </a:lnTo>
                  <a:lnTo>
                    <a:pt x="91044" y="24976"/>
                  </a:lnTo>
                  <a:lnTo>
                    <a:pt x="134959" y="6535"/>
                  </a:lnTo>
                  <a:lnTo>
                    <a:pt x="183832" y="0"/>
                  </a:lnTo>
                  <a:lnTo>
                    <a:pt x="5061680" y="0"/>
                  </a:lnTo>
                  <a:lnTo>
                    <a:pt x="5110552" y="6535"/>
                  </a:lnTo>
                  <a:lnTo>
                    <a:pt x="5154467" y="24976"/>
                  </a:lnTo>
                  <a:lnTo>
                    <a:pt x="5191672" y="53578"/>
                  </a:lnTo>
                  <a:lnTo>
                    <a:pt x="5220415" y="90593"/>
                  </a:lnTo>
                  <a:lnTo>
                    <a:pt x="5238946" y="134276"/>
                  </a:lnTo>
                  <a:lnTo>
                    <a:pt x="5245512" y="182879"/>
                  </a:lnTo>
                  <a:lnTo>
                    <a:pt x="5245512" y="2877216"/>
                  </a:lnTo>
                  <a:lnTo>
                    <a:pt x="5238946" y="2925820"/>
                  </a:lnTo>
                  <a:lnTo>
                    <a:pt x="5220415" y="2969503"/>
                  </a:lnTo>
                  <a:lnTo>
                    <a:pt x="5191672" y="3006518"/>
                  </a:lnTo>
                  <a:lnTo>
                    <a:pt x="5154467" y="3035120"/>
                  </a:lnTo>
                  <a:lnTo>
                    <a:pt x="5110552" y="3053561"/>
                  </a:lnTo>
                  <a:lnTo>
                    <a:pt x="5061680" y="3060096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031115" y="2870597"/>
              <a:ext cx="5283835" cy="3098165"/>
            </a:xfrm>
            <a:custGeom>
              <a:avLst/>
              <a:gdLst/>
              <a:ahLst/>
              <a:cxnLst/>
              <a:rect l="l" t="t" r="r" b="b"/>
              <a:pathLst>
                <a:path w="5283834" h="3098165">
                  <a:moveTo>
                    <a:pt x="202882" y="3098155"/>
                  </a:moveTo>
                  <a:lnTo>
                    <a:pt x="156404" y="3092869"/>
                  </a:lnTo>
                  <a:lnTo>
                    <a:pt x="113717" y="3077691"/>
                  </a:lnTo>
                  <a:lnTo>
                    <a:pt x="76044" y="3053870"/>
                  </a:lnTo>
                  <a:lnTo>
                    <a:pt x="44612" y="3022610"/>
                  </a:lnTo>
                  <a:lnTo>
                    <a:pt x="20644" y="2985118"/>
                  </a:lnTo>
                  <a:lnTo>
                    <a:pt x="5365" y="2942602"/>
                  </a:lnTo>
                  <a:lnTo>
                    <a:pt x="0" y="2896267"/>
                  </a:lnTo>
                  <a:lnTo>
                    <a:pt x="0" y="201930"/>
                  </a:lnTo>
                  <a:lnTo>
                    <a:pt x="5365" y="155594"/>
                  </a:lnTo>
                  <a:lnTo>
                    <a:pt x="20644" y="113078"/>
                  </a:lnTo>
                  <a:lnTo>
                    <a:pt x="44612" y="75586"/>
                  </a:lnTo>
                  <a:lnTo>
                    <a:pt x="76044" y="44327"/>
                  </a:lnTo>
                  <a:lnTo>
                    <a:pt x="113717" y="20505"/>
                  </a:lnTo>
                  <a:lnTo>
                    <a:pt x="156404" y="5327"/>
                  </a:lnTo>
                  <a:lnTo>
                    <a:pt x="202882" y="0"/>
                  </a:lnTo>
                  <a:lnTo>
                    <a:pt x="5080730" y="0"/>
                  </a:lnTo>
                  <a:lnTo>
                    <a:pt x="5080730" y="19050"/>
                  </a:lnTo>
                  <a:lnTo>
                    <a:pt x="202882" y="19050"/>
                  </a:lnTo>
                  <a:lnTo>
                    <a:pt x="202882" y="38100"/>
                  </a:lnTo>
                  <a:lnTo>
                    <a:pt x="159025" y="43958"/>
                  </a:lnTo>
                  <a:lnTo>
                    <a:pt x="119648" y="60487"/>
                  </a:lnTo>
                  <a:lnTo>
                    <a:pt x="86308" y="86117"/>
                  </a:lnTo>
                  <a:lnTo>
                    <a:pt x="60565" y="119281"/>
                  </a:lnTo>
                  <a:lnTo>
                    <a:pt x="43976" y="158408"/>
                  </a:lnTo>
                  <a:lnTo>
                    <a:pt x="38100" y="201930"/>
                  </a:lnTo>
                  <a:lnTo>
                    <a:pt x="38100" y="2896267"/>
                  </a:lnTo>
                  <a:lnTo>
                    <a:pt x="43976" y="2939788"/>
                  </a:lnTo>
                  <a:lnTo>
                    <a:pt x="60565" y="2978915"/>
                  </a:lnTo>
                  <a:lnTo>
                    <a:pt x="86308" y="3012078"/>
                  </a:lnTo>
                  <a:lnTo>
                    <a:pt x="119648" y="3037709"/>
                  </a:lnTo>
                  <a:lnTo>
                    <a:pt x="159025" y="3054238"/>
                  </a:lnTo>
                  <a:lnTo>
                    <a:pt x="202882" y="3060097"/>
                  </a:lnTo>
                  <a:lnTo>
                    <a:pt x="5197720" y="3060097"/>
                  </a:lnTo>
                  <a:lnTo>
                    <a:pt x="5169896" y="3077691"/>
                  </a:lnTo>
                  <a:lnTo>
                    <a:pt x="5165803" y="3079147"/>
                  </a:lnTo>
                  <a:lnTo>
                    <a:pt x="202882" y="3079147"/>
                  </a:lnTo>
                  <a:lnTo>
                    <a:pt x="202882" y="3098155"/>
                  </a:lnTo>
                  <a:close/>
                </a:path>
                <a:path w="5283834" h="3098165">
                  <a:moveTo>
                    <a:pt x="5197720" y="3060097"/>
                  </a:moveTo>
                  <a:lnTo>
                    <a:pt x="5080730" y="3060097"/>
                  </a:lnTo>
                  <a:lnTo>
                    <a:pt x="5124554" y="3054238"/>
                  </a:lnTo>
                  <a:lnTo>
                    <a:pt x="5163922" y="3037709"/>
                  </a:lnTo>
                  <a:lnTo>
                    <a:pt x="5197268" y="3012078"/>
                  </a:lnTo>
                  <a:lnTo>
                    <a:pt x="5223026" y="2978915"/>
                  </a:lnTo>
                  <a:lnTo>
                    <a:pt x="5239630" y="2939788"/>
                  </a:lnTo>
                  <a:lnTo>
                    <a:pt x="5245512" y="2896267"/>
                  </a:lnTo>
                  <a:lnTo>
                    <a:pt x="5245512" y="201930"/>
                  </a:lnTo>
                  <a:lnTo>
                    <a:pt x="5239636" y="158408"/>
                  </a:lnTo>
                  <a:lnTo>
                    <a:pt x="5223047" y="119281"/>
                  </a:lnTo>
                  <a:lnTo>
                    <a:pt x="5197304" y="86117"/>
                  </a:lnTo>
                  <a:lnTo>
                    <a:pt x="5163964" y="60487"/>
                  </a:lnTo>
                  <a:lnTo>
                    <a:pt x="5124587" y="43958"/>
                  </a:lnTo>
                  <a:lnTo>
                    <a:pt x="5080730" y="38100"/>
                  </a:lnTo>
                  <a:lnTo>
                    <a:pt x="202882" y="38100"/>
                  </a:lnTo>
                  <a:lnTo>
                    <a:pt x="202882" y="19050"/>
                  </a:lnTo>
                  <a:lnTo>
                    <a:pt x="5080730" y="19050"/>
                  </a:lnTo>
                  <a:lnTo>
                    <a:pt x="5080730" y="0"/>
                  </a:lnTo>
                  <a:lnTo>
                    <a:pt x="5127208" y="5327"/>
                  </a:lnTo>
                  <a:lnTo>
                    <a:pt x="5169896" y="20505"/>
                  </a:lnTo>
                  <a:lnTo>
                    <a:pt x="5207568" y="44327"/>
                  </a:lnTo>
                  <a:lnTo>
                    <a:pt x="5239000" y="75586"/>
                  </a:lnTo>
                  <a:lnTo>
                    <a:pt x="5262968" y="113078"/>
                  </a:lnTo>
                  <a:lnTo>
                    <a:pt x="5278247" y="155594"/>
                  </a:lnTo>
                  <a:lnTo>
                    <a:pt x="5283612" y="201930"/>
                  </a:lnTo>
                  <a:lnTo>
                    <a:pt x="5283612" y="2896267"/>
                  </a:lnTo>
                  <a:lnTo>
                    <a:pt x="5278247" y="2942602"/>
                  </a:lnTo>
                  <a:lnTo>
                    <a:pt x="5262968" y="2985118"/>
                  </a:lnTo>
                  <a:lnTo>
                    <a:pt x="5239000" y="3022610"/>
                  </a:lnTo>
                  <a:lnTo>
                    <a:pt x="5207568" y="3053870"/>
                  </a:lnTo>
                  <a:lnTo>
                    <a:pt x="5197720" y="3060097"/>
                  </a:lnTo>
                  <a:close/>
                </a:path>
                <a:path w="5283834" h="3098165">
                  <a:moveTo>
                    <a:pt x="5080730" y="3098155"/>
                  </a:moveTo>
                  <a:lnTo>
                    <a:pt x="202887" y="3098155"/>
                  </a:lnTo>
                  <a:lnTo>
                    <a:pt x="202882" y="3079147"/>
                  </a:lnTo>
                  <a:lnTo>
                    <a:pt x="5080730" y="3079147"/>
                  </a:lnTo>
                  <a:lnTo>
                    <a:pt x="5080730" y="3098155"/>
                  </a:lnTo>
                  <a:close/>
                </a:path>
                <a:path w="5283834" h="3098165">
                  <a:moveTo>
                    <a:pt x="5081095" y="3098155"/>
                  </a:moveTo>
                  <a:lnTo>
                    <a:pt x="5080730" y="3098155"/>
                  </a:lnTo>
                  <a:lnTo>
                    <a:pt x="5080730" y="3079147"/>
                  </a:lnTo>
                  <a:lnTo>
                    <a:pt x="5165803" y="3079147"/>
                  </a:lnTo>
                  <a:lnTo>
                    <a:pt x="5127208" y="3092869"/>
                  </a:lnTo>
                  <a:lnTo>
                    <a:pt x="5081095" y="3098155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012066" y="2889647"/>
              <a:ext cx="152400" cy="3060065"/>
            </a:xfrm>
            <a:custGeom>
              <a:avLst/>
              <a:gdLst/>
              <a:ahLst/>
              <a:cxnLst/>
              <a:rect l="l" t="t" r="r" b="b"/>
              <a:pathLst>
                <a:path w="152400" h="3060065">
                  <a:moveTo>
                    <a:pt x="77143" y="3059905"/>
                  </a:moveTo>
                  <a:lnTo>
                    <a:pt x="75256" y="3059905"/>
                  </a:lnTo>
                  <a:lnTo>
                    <a:pt x="46532" y="3054110"/>
                  </a:lnTo>
                  <a:lnTo>
                    <a:pt x="22312" y="3037784"/>
                  </a:lnTo>
                  <a:lnTo>
                    <a:pt x="5986" y="3013564"/>
                  </a:lnTo>
                  <a:lnTo>
                    <a:pt x="0" y="2983896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5"/>
                  </a:lnTo>
                  <a:lnTo>
                    <a:pt x="76200" y="0"/>
                  </a:lnTo>
                  <a:lnTo>
                    <a:pt x="105867" y="5985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983896"/>
                  </a:lnTo>
                  <a:lnTo>
                    <a:pt x="146414" y="3013564"/>
                  </a:lnTo>
                  <a:lnTo>
                    <a:pt x="130087" y="3037784"/>
                  </a:lnTo>
                  <a:lnTo>
                    <a:pt x="105867" y="3054110"/>
                  </a:lnTo>
                  <a:lnTo>
                    <a:pt x="77143" y="3059905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473385" y="3179133"/>
            <a:ext cx="4225290" cy="2153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1879600">
              <a:lnSpc>
                <a:spcPts val="3900"/>
              </a:lnSpc>
              <a:spcBef>
                <a:spcPts val="130"/>
              </a:spcBef>
            </a:pPr>
            <a:r>
              <a:rPr dirty="0" sz="3150" spc="140">
                <a:solidFill>
                  <a:srgbClr val="EBECEF"/>
                </a:solidFill>
                <a:latin typeface="Cambria"/>
                <a:cs typeface="Cambria"/>
              </a:rPr>
              <a:t>Instant</a:t>
            </a:r>
            <a:r>
              <a:rPr dirty="0" sz="3150" spc="2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85">
                <a:solidFill>
                  <a:srgbClr val="EBECEF"/>
                </a:solidFill>
                <a:latin typeface="Cambria"/>
                <a:cs typeface="Cambria"/>
              </a:rPr>
              <a:t>/elf- </a:t>
            </a:r>
            <a:r>
              <a:rPr dirty="0" sz="3150" spc="140">
                <a:solidFill>
                  <a:srgbClr val="EBECEF"/>
                </a:solidFill>
                <a:latin typeface="Cambria"/>
                <a:cs typeface="Cambria"/>
              </a:rPr>
              <a:t>Assessment</a:t>
            </a:r>
            <a:endParaRPr sz="3150">
              <a:latin typeface="Cambria"/>
              <a:cs typeface="Cambria"/>
            </a:endParaRPr>
          </a:p>
          <a:p>
            <a:pPr marL="12700" marR="5080">
              <a:lnSpc>
                <a:spcPct val="137300"/>
              </a:lnSpc>
              <a:spcBef>
                <a:spcPts val="515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Quizzes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help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students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EBECEF"/>
                </a:solidFill>
                <a:latin typeface="Arial MT"/>
                <a:cs typeface="Arial MT"/>
              </a:rPr>
              <a:t>test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their</a:t>
            </a:r>
            <a:r>
              <a:rPr dirty="0" sz="2550" spc="6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understanding</a:t>
            </a:r>
            <a:r>
              <a:rPr dirty="0" sz="2550" spc="7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instantly.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54137" y="6214170"/>
            <a:ext cx="5300980" cy="2655570"/>
            <a:chOff x="954137" y="6214170"/>
            <a:chExt cx="5300980" cy="2655570"/>
          </a:xfrm>
        </p:grpSpPr>
        <p:sp>
          <p:nvSpPr>
            <p:cNvPr id="19" name="object 19" descr=""/>
            <p:cNvSpPr/>
            <p:nvPr/>
          </p:nvSpPr>
          <p:spPr>
            <a:xfrm>
              <a:off x="992237" y="6233220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5" h="2617470">
                  <a:moveTo>
                    <a:pt x="5061204" y="2617088"/>
                  </a:moveTo>
                  <a:lnTo>
                    <a:pt x="184213" y="2617088"/>
                  </a:lnTo>
                  <a:lnTo>
                    <a:pt x="135246" y="2610553"/>
                  </a:lnTo>
                  <a:lnTo>
                    <a:pt x="91242" y="2592112"/>
                  </a:lnTo>
                  <a:lnTo>
                    <a:pt x="53959" y="2563510"/>
                  </a:lnTo>
                  <a:lnTo>
                    <a:pt x="25153" y="2526495"/>
                  </a:lnTo>
                  <a:lnTo>
                    <a:pt x="6581" y="2482812"/>
                  </a:lnTo>
                  <a:lnTo>
                    <a:pt x="0" y="2434208"/>
                  </a:lnTo>
                  <a:lnTo>
                    <a:pt x="0" y="182879"/>
                  </a:lnTo>
                  <a:lnTo>
                    <a:pt x="6581" y="134276"/>
                  </a:lnTo>
                  <a:lnTo>
                    <a:pt x="25153" y="90593"/>
                  </a:lnTo>
                  <a:lnTo>
                    <a:pt x="53959" y="53578"/>
                  </a:lnTo>
                  <a:lnTo>
                    <a:pt x="91242" y="24976"/>
                  </a:lnTo>
                  <a:lnTo>
                    <a:pt x="135246" y="6535"/>
                  </a:lnTo>
                  <a:lnTo>
                    <a:pt x="184213" y="0"/>
                  </a:lnTo>
                  <a:lnTo>
                    <a:pt x="5061204" y="0"/>
                  </a:lnTo>
                  <a:lnTo>
                    <a:pt x="5110171" y="6535"/>
                  </a:lnTo>
                  <a:lnTo>
                    <a:pt x="5154175" y="24976"/>
                  </a:lnTo>
                  <a:lnTo>
                    <a:pt x="5191458" y="53578"/>
                  </a:lnTo>
                  <a:lnTo>
                    <a:pt x="5220264" y="90593"/>
                  </a:lnTo>
                  <a:lnTo>
                    <a:pt x="5238836" y="134276"/>
                  </a:lnTo>
                  <a:lnTo>
                    <a:pt x="5245417" y="182879"/>
                  </a:lnTo>
                  <a:lnTo>
                    <a:pt x="5245417" y="2434208"/>
                  </a:lnTo>
                  <a:lnTo>
                    <a:pt x="5238836" y="2482812"/>
                  </a:lnTo>
                  <a:lnTo>
                    <a:pt x="5220264" y="2526495"/>
                  </a:lnTo>
                  <a:lnTo>
                    <a:pt x="5191458" y="2563510"/>
                  </a:lnTo>
                  <a:lnTo>
                    <a:pt x="5154175" y="2592112"/>
                  </a:lnTo>
                  <a:lnTo>
                    <a:pt x="5110171" y="2610553"/>
                  </a:lnTo>
                  <a:lnTo>
                    <a:pt x="5061204" y="2617088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73187" y="6214170"/>
              <a:ext cx="5281930" cy="2655570"/>
            </a:xfrm>
            <a:custGeom>
              <a:avLst/>
              <a:gdLst/>
              <a:ahLst/>
              <a:cxnLst/>
              <a:rect l="l" t="t" r="r" b="b"/>
              <a:pathLst>
                <a:path w="5281930" h="2655570">
                  <a:moveTo>
                    <a:pt x="203257" y="2655189"/>
                  </a:moveTo>
                  <a:lnTo>
                    <a:pt x="202799" y="2655189"/>
                  </a:lnTo>
                  <a:lnTo>
                    <a:pt x="156704" y="2649896"/>
                  </a:lnTo>
                  <a:lnTo>
                    <a:pt x="113939" y="2634742"/>
                  </a:lnTo>
                  <a:lnTo>
                    <a:pt x="76195" y="2610931"/>
                  </a:lnTo>
                  <a:lnTo>
                    <a:pt x="44701" y="2579672"/>
                  </a:lnTo>
                  <a:lnTo>
                    <a:pt x="20686" y="2542169"/>
                  </a:lnTo>
                  <a:lnTo>
                    <a:pt x="5376" y="2499629"/>
                  </a:lnTo>
                  <a:lnTo>
                    <a:pt x="0" y="2453259"/>
                  </a:lnTo>
                  <a:lnTo>
                    <a:pt x="0" y="201930"/>
                  </a:lnTo>
                  <a:lnTo>
                    <a:pt x="5376" y="155594"/>
                  </a:lnTo>
                  <a:lnTo>
                    <a:pt x="20686" y="113078"/>
                  </a:lnTo>
                  <a:lnTo>
                    <a:pt x="44701" y="75587"/>
                  </a:lnTo>
                  <a:lnTo>
                    <a:pt x="76195" y="44327"/>
                  </a:lnTo>
                  <a:lnTo>
                    <a:pt x="113939" y="20505"/>
                  </a:lnTo>
                  <a:lnTo>
                    <a:pt x="156704" y="5327"/>
                  </a:lnTo>
                  <a:lnTo>
                    <a:pt x="203263" y="0"/>
                  </a:lnTo>
                  <a:lnTo>
                    <a:pt x="5080254" y="0"/>
                  </a:lnTo>
                  <a:lnTo>
                    <a:pt x="5080254" y="19050"/>
                  </a:lnTo>
                  <a:lnTo>
                    <a:pt x="203263" y="19050"/>
                  </a:lnTo>
                  <a:lnTo>
                    <a:pt x="203263" y="38100"/>
                  </a:lnTo>
                  <a:lnTo>
                    <a:pt x="159312" y="43958"/>
                  </a:lnTo>
                  <a:lnTo>
                    <a:pt x="119845" y="60487"/>
                  </a:lnTo>
                  <a:lnTo>
                    <a:pt x="86427" y="86118"/>
                  </a:lnTo>
                  <a:lnTo>
                    <a:pt x="60621" y="119281"/>
                  </a:lnTo>
                  <a:lnTo>
                    <a:pt x="43990" y="158408"/>
                  </a:lnTo>
                  <a:lnTo>
                    <a:pt x="38100" y="201930"/>
                  </a:lnTo>
                  <a:lnTo>
                    <a:pt x="38100" y="2453259"/>
                  </a:lnTo>
                  <a:lnTo>
                    <a:pt x="43990" y="2496780"/>
                  </a:lnTo>
                  <a:lnTo>
                    <a:pt x="60621" y="2535907"/>
                  </a:lnTo>
                  <a:lnTo>
                    <a:pt x="86427" y="2569071"/>
                  </a:lnTo>
                  <a:lnTo>
                    <a:pt x="119845" y="2594701"/>
                  </a:lnTo>
                  <a:lnTo>
                    <a:pt x="159312" y="2611230"/>
                  </a:lnTo>
                  <a:lnTo>
                    <a:pt x="203263" y="2617089"/>
                  </a:lnTo>
                  <a:lnTo>
                    <a:pt x="5197455" y="2617089"/>
                  </a:lnTo>
                  <a:lnTo>
                    <a:pt x="5169414" y="2634742"/>
                  </a:lnTo>
                  <a:lnTo>
                    <a:pt x="5165478" y="2636139"/>
                  </a:lnTo>
                  <a:lnTo>
                    <a:pt x="203263" y="2636139"/>
                  </a:lnTo>
                  <a:lnTo>
                    <a:pt x="203257" y="2655189"/>
                  </a:lnTo>
                  <a:close/>
                </a:path>
                <a:path w="5281930" h="2655570">
                  <a:moveTo>
                    <a:pt x="5197455" y="2617089"/>
                  </a:moveTo>
                  <a:lnTo>
                    <a:pt x="5080254" y="2617089"/>
                  </a:lnTo>
                  <a:lnTo>
                    <a:pt x="5124205" y="2611230"/>
                  </a:lnTo>
                  <a:lnTo>
                    <a:pt x="5163671" y="2594701"/>
                  </a:lnTo>
                  <a:lnTo>
                    <a:pt x="5197089" y="2569071"/>
                  </a:lnTo>
                  <a:lnTo>
                    <a:pt x="5222896" y="2535907"/>
                  </a:lnTo>
                  <a:lnTo>
                    <a:pt x="5239526" y="2496780"/>
                  </a:lnTo>
                  <a:lnTo>
                    <a:pt x="5245417" y="2453259"/>
                  </a:lnTo>
                  <a:lnTo>
                    <a:pt x="5245417" y="201930"/>
                  </a:lnTo>
                  <a:lnTo>
                    <a:pt x="5239526" y="158408"/>
                  </a:lnTo>
                  <a:lnTo>
                    <a:pt x="5222896" y="119281"/>
                  </a:lnTo>
                  <a:lnTo>
                    <a:pt x="5197089" y="86118"/>
                  </a:lnTo>
                  <a:lnTo>
                    <a:pt x="5163671" y="60487"/>
                  </a:lnTo>
                  <a:lnTo>
                    <a:pt x="5124205" y="43958"/>
                  </a:lnTo>
                  <a:lnTo>
                    <a:pt x="5080254" y="38100"/>
                  </a:lnTo>
                  <a:lnTo>
                    <a:pt x="203263" y="38100"/>
                  </a:lnTo>
                  <a:lnTo>
                    <a:pt x="203263" y="19050"/>
                  </a:lnTo>
                  <a:lnTo>
                    <a:pt x="5080254" y="19050"/>
                  </a:lnTo>
                  <a:lnTo>
                    <a:pt x="5080254" y="0"/>
                  </a:lnTo>
                  <a:lnTo>
                    <a:pt x="5126813" y="5327"/>
                  </a:lnTo>
                  <a:lnTo>
                    <a:pt x="5169578" y="20505"/>
                  </a:lnTo>
                  <a:lnTo>
                    <a:pt x="5207321" y="44327"/>
                  </a:lnTo>
                  <a:lnTo>
                    <a:pt x="5238815" y="75587"/>
                  </a:lnTo>
                  <a:lnTo>
                    <a:pt x="5262830" y="113078"/>
                  </a:lnTo>
                  <a:lnTo>
                    <a:pt x="5278140" y="155594"/>
                  </a:lnTo>
                  <a:lnTo>
                    <a:pt x="5281933" y="188285"/>
                  </a:lnTo>
                  <a:lnTo>
                    <a:pt x="5281933" y="2466881"/>
                  </a:lnTo>
                  <a:lnTo>
                    <a:pt x="5265064" y="2535907"/>
                  </a:lnTo>
                  <a:lnTo>
                    <a:pt x="5238744" y="2579672"/>
                  </a:lnTo>
                  <a:lnTo>
                    <a:pt x="5207211" y="2610931"/>
                  </a:lnTo>
                  <a:lnTo>
                    <a:pt x="5197455" y="26170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203263" y="2655189"/>
                  </a:lnTo>
                  <a:lnTo>
                    <a:pt x="203263" y="2636139"/>
                  </a:lnTo>
                  <a:lnTo>
                    <a:pt x="5080254" y="2636139"/>
                  </a:lnTo>
                  <a:lnTo>
                    <a:pt x="5080254" y="26551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5080254" y="2636139"/>
                  </a:lnTo>
                  <a:lnTo>
                    <a:pt x="5165478" y="2636139"/>
                  </a:lnTo>
                  <a:lnTo>
                    <a:pt x="5126714" y="2649896"/>
                  </a:lnTo>
                  <a:lnTo>
                    <a:pt x="5126508" y="2649896"/>
                  </a:lnTo>
                  <a:lnTo>
                    <a:pt x="5080254" y="2655189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54137" y="6233220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5" y="2616993"/>
                  </a:moveTo>
                  <a:lnTo>
                    <a:pt x="75254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5" y="2570651"/>
                  </a:lnTo>
                  <a:lnTo>
                    <a:pt x="0" y="2540984"/>
                  </a:lnTo>
                  <a:lnTo>
                    <a:pt x="0" y="76200"/>
                  </a:lnTo>
                  <a:lnTo>
                    <a:pt x="5985" y="46532"/>
                  </a:lnTo>
                  <a:lnTo>
                    <a:pt x="22312" y="22312"/>
                  </a:lnTo>
                  <a:lnTo>
                    <a:pt x="46532" y="5986"/>
                  </a:lnTo>
                  <a:lnTo>
                    <a:pt x="76200" y="0"/>
                  </a:lnTo>
                  <a:lnTo>
                    <a:pt x="105867" y="5986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4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5" y="2616993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415454" y="6299255"/>
            <a:ext cx="4120515" cy="237363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7145" marR="5080" indent="-5080">
              <a:lnSpc>
                <a:spcPct val="137900"/>
              </a:lnSpc>
              <a:spcBef>
                <a:spcPts val="425"/>
              </a:spcBef>
            </a:pPr>
            <a:r>
              <a:rPr dirty="0" sz="3150" spc="160">
                <a:solidFill>
                  <a:srgbClr val="EBECEF"/>
                </a:solidFill>
                <a:latin typeface="Cambria"/>
                <a:cs typeface="Cambria"/>
              </a:rPr>
              <a:t>Trackable</a:t>
            </a:r>
            <a:r>
              <a:rPr dirty="0" sz="3150" spc="5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40">
                <a:solidFill>
                  <a:srgbClr val="EBECEF"/>
                </a:solidFill>
                <a:latin typeface="Cambria"/>
                <a:cs typeface="Cambria"/>
              </a:rPr>
              <a:t>Progress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Monitors</a:t>
            </a:r>
            <a:r>
              <a:rPr dirty="0" sz="2550" spc="6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learning</a:t>
            </a:r>
            <a:r>
              <a:rPr dirty="0" sz="2550" spc="7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journey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through</a:t>
            </a:r>
            <a:r>
              <a:rPr dirty="0" sz="2550" spc="5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saved</a:t>
            </a:r>
            <a:r>
              <a:rPr dirty="0" sz="25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assessments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550" spc="3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activity.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483102" y="6214170"/>
            <a:ext cx="5300980" cy="2655570"/>
            <a:chOff x="6483102" y="6214170"/>
            <a:chExt cx="5300980" cy="2655570"/>
          </a:xfrm>
        </p:grpSpPr>
        <p:sp>
          <p:nvSpPr>
            <p:cNvPr id="24" name="object 24" descr=""/>
            <p:cNvSpPr/>
            <p:nvPr/>
          </p:nvSpPr>
          <p:spPr>
            <a:xfrm>
              <a:off x="6521202" y="6233220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4" h="2617470">
                  <a:moveTo>
                    <a:pt x="5061204" y="2617088"/>
                  </a:moveTo>
                  <a:lnTo>
                    <a:pt x="184213" y="2617088"/>
                  </a:lnTo>
                  <a:lnTo>
                    <a:pt x="135246" y="2610553"/>
                  </a:lnTo>
                  <a:lnTo>
                    <a:pt x="91242" y="2592112"/>
                  </a:lnTo>
                  <a:lnTo>
                    <a:pt x="53959" y="2563510"/>
                  </a:lnTo>
                  <a:lnTo>
                    <a:pt x="25153" y="2526495"/>
                  </a:lnTo>
                  <a:lnTo>
                    <a:pt x="6581" y="2482812"/>
                  </a:lnTo>
                  <a:lnTo>
                    <a:pt x="0" y="2434208"/>
                  </a:lnTo>
                  <a:lnTo>
                    <a:pt x="0" y="182879"/>
                  </a:lnTo>
                  <a:lnTo>
                    <a:pt x="6581" y="134276"/>
                  </a:lnTo>
                  <a:lnTo>
                    <a:pt x="25153" y="90593"/>
                  </a:lnTo>
                  <a:lnTo>
                    <a:pt x="53959" y="53578"/>
                  </a:lnTo>
                  <a:lnTo>
                    <a:pt x="91242" y="24976"/>
                  </a:lnTo>
                  <a:lnTo>
                    <a:pt x="135246" y="6535"/>
                  </a:lnTo>
                  <a:lnTo>
                    <a:pt x="184213" y="0"/>
                  </a:lnTo>
                  <a:lnTo>
                    <a:pt x="5061204" y="0"/>
                  </a:lnTo>
                  <a:lnTo>
                    <a:pt x="5110171" y="6535"/>
                  </a:lnTo>
                  <a:lnTo>
                    <a:pt x="5154175" y="24976"/>
                  </a:lnTo>
                  <a:lnTo>
                    <a:pt x="5191458" y="53578"/>
                  </a:lnTo>
                  <a:lnTo>
                    <a:pt x="5220264" y="90593"/>
                  </a:lnTo>
                  <a:lnTo>
                    <a:pt x="5238836" y="134276"/>
                  </a:lnTo>
                  <a:lnTo>
                    <a:pt x="5245417" y="182879"/>
                  </a:lnTo>
                  <a:lnTo>
                    <a:pt x="5245417" y="2434208"/>
                  </a:lnTo>
                  <a:lnTo>
                    <a:pt x="5238836" y="2482812"/>
                  </a:lnTo>
                  <a:lnTo>
                    <a:pt x="5220264" y="2526495"/>
                  </a:lnTo>
                  <a:lnTo>
                    <a:pt x="5191458" y="2563510"/>
                  </a:lnTo>
                  <a:lnTo>
                    <a:pt x="5154175" y="2592112"/>
                  </a:lnTo>
                  <a:lnTo>
                    <a:pt x="5110171" y="2610553"/>
                  </a:lnTo>
                  <a:lnTo>
                    <a:pt x="5061204" y="2617088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502152" y="6214170"/>
              <a:ext cx="5281930" cy="2655570"/>
            </a:xfrm>
            <a:custGeom>
              <a:avLst/>
              <a:gdLst/>
              <a:ahLst/>
              <a:cxnLst/>
              <a:rect l="l" t="t" r="r" b="b"/>
              <a:pathLst>
                <a:path w="5281930" h="2655570">
                  <a:moveTo>
                    <a:pt x="203257" y="2655189"/>
                  </a:moveTo>
                  <a:lnTo>
                    <a:pt x="202799" y="2655189"/>
                  </a:lnTo>
                  <a:lnTo>
                    <a:pt x="156704" y="2649896"/>
                  </a:lnTo>
                  <a:lnTo>
                    <a:pt x="113939" y="2634742"/>
                  </a:lnTo>
                  <a:lnTo>
                    <a:pt x="76195" y="2610931"/>
                  </a:lnTo>
                  <a:lnTo>
                    <a:pt x="44702" y="2579672"/>
                  </a:lnTo>
                  <a:lnTo>
                    <a:pt x="20686" y="2542169"/>
                  </a:lnTo>
                  <a:lnTo>
                    <a:pt x="5376" y="2499629"/>
                  </a:lnTo>
                  <a:lnTo>
                    <a:pt x="0" y="2453259"/>
                  </a:lnTo>
                  <a:lnTo>
                    <a:pt x="0" y="201930"/>
                  </a:lnTo>
                  <a:lnTo>
                    <a:pt x="5376" y="155594"/>
                  </a:lnTo>
                  <a:lnTo>
                    <a:pt x="20686" y="113078"/>
                  </a:lnTo>
                  <a:lnTo>
                    <a:pt x="44702" y="75587"/>
                  </a:lnTo>
                  <a:lnTo>
                    <a:pt x="76195" y="44327"/>
                  </a:lnTo>
                  <a:lnTo>
                    <a:pt x="113939" y="20505"/>
                  </a:lnTo>
                  <a:lnTo>
                    <a:pt x="156704" y="5327"/>
                  </a:lnTo>
                  <a:lnTo>
                    <a:pt x="203263" y="0"/>
                  </a:lnTo>
                  <a:lnTo>
                    <a:pt x="5080254" y="0"/>
                  </a:lnTo>
                  <a:lnTo>
                    <a:pt x="5080254" y="19050"/>
                  </a:lnTo>
                  <a:lnTo>
                    <a:pt x="203263" y="19050"/>
                  </a:lnTo>
                  <a:lnTo>
                    <a:pt x="203263" y="38100"/>
                  </a:lnTo>
                  <a:lnTo>
                    <a:pt x="159312" y="43958"/>
                  </a:lnTo>
                  <a:lnTo>
                    <a:pt x="119845" y="60487"/>
                  </a:lnTo>
                  <a:lnTo>
                    <a:pt x="86427" y="86118"/>
                  </a:lnTo>
                  <a:lnTo>
                    <a:pt x="60621" y="119281"/>
                  </a:lnTo>
                  <a:lnTo>
                    <a:pt x="43991" y="158408"/>
                  </a:lnTo>
                  <a:lnTo>
                    <a:pt x="38100" y="201930"/>
                  </a:lnTo>
                  <a:lnTo>
                    <a:pt x="38100" y="2453259"/>
                  </a:lnTo>
                  <a:lnTo>
                    <a:pt x="43991" y="2496780"/>
                  </a:lnTo>
                  <a:lnTo>
                    <a:pt x="60621" y="2535907"/>
                  </a:lnTo>
                  <a:lnTo>
                    <a:pt x="86427" y="2569071"/>
                  </a:lnTo>
                  <a:lnTo>
                    <a:pt x="119845" y="2594701"/>
                  </a:lnTo>
                  <a:lnTo>
                    <a:pt x="159312" y="2611230"/>
                  </a:lnTo>
                  <a:lnTo>
                    <a:pt x="203263" y="2617089"/>
                  </a:lnTo>
                  <a:lnTo>
                    <a:pt x="5197455" y="2617089"/>
                  </a:lnTo>
                  <a:lnTo>
                    <a:pt x="5169414" y="2634742"/>
                  </a:lnTo>
                  <a:lnTo>
                    <a:pt x="5165478" y="2636139"/>
                  </a:lnTo>
                  <a:lnTo>
                    <a:pt x="203263" y="2636139"/>
                  </a:lnTo>
                  <a:lnTo>
                    <a:pt x="203257" y="2655189"/>
                  </a:lnTo>
                  <a:close/>
                </a:path>
                <a:path w="5281930" h="2655570">
                  <a:moveTo>
                    <a:pt x="5197455" y="2617089"/>
                  </a:moveTo>
                  <a:lnTo>
                    <a:pt x="5080254" y="2617089"/>
                  </a:lnTo>
                  <a:lnTo>
                    <a:pt x="5124205" y="2611230"/>
                  </a:lnTo>
                  <a:lnTo>
                    <a:pt x="5163671" y="2594701"/>
                  </a:lnTo>
                  <a:lnTo>
                    <a:pt x="5197090" y="2569071"/>
                  </a:lnTo>
                  <a:lnTo>
                    <a:pt x="5222896" y="2535907"/>
                  </a:lnTo>
                  <a:lnTo>
                    <a:pt x="5239526" y="2496780"/>
                  </a:lnTo>
                  <a:lnTo>
                    <a:pt x="5245417" y="2453259"/>
                  </a:lnTo>
                  <a:lnTo>
                    <a:pt x="5245417" y="201930"/>
                  </a:lnTo>
                  <a:lnTo>
                    <a:pt x="5239526" y="158408"/>
                  </a:lnTo>
                  <a:lnTo>
                    <a:pt x="5222896" y="119281"/>
                  </a:lnTo>
                  <a:lnTo>
                    <a:pt x="5197090" y="86118"/>
                  </a:lnTo>
                  <a:lnTo>
                    <a:pt x="5163671" y="60487"/>
                  </a:lnTo>
                  <a:lnTo>
                    <a:pt x="5124205" y="43958"/>
                  </a:lnTo>
                  <a:lnTo>
                    <a:pt x="5080254" y="38100"/>
                  </a:lnTo>
                  <a:lnTo>
                    <a:pt x="203263" y="38100"/>
                  </a:lnTo>
                  <a:lnTo>
                    <a:pt x="203263" y="19050"/>
                  </a:lnTo>
                  <a:lnTo>
                    <a:pt x="5080254" y="19050"/>
                  </a:lnTo>
                  <a:lnTo>
                    <a:pt x="5080254" y="0"/>
                  </a:lnTo>
                  <a:lnTo>
                    <a:pt x="5126813" y="5327"/>
                  </a:lnTo>
                  <a:lnTo>
                    <a:pt x="5169578" y="20505"/>
                  </a:lnTo>
                  <a:lnTo>
                    <a:pt x="5207321" y="44327"/>
                  </a:lnTo>
                  <a:lnTo>
                    <a:pt x="5238815" y="75587"/>
                  </a:lnTo>
                  <a:lnTo>
                    <a:pt x="5262831" y="113078"/>
                  </a:lnTo>
                  <a:lnTo>
                    <a:pt x="5278141" y="155594"/>
                  </a:lnTo>
                  <a:lnTo>
                    <a:pt x="5281933" y="188281"/>
                  </a:lnTo>
                  <a:lnTo>
                    <a:pt x="5281933" y="2466886"/>
                  </a:lnTo>
                  <a:lnTo>
                    <a:pt x="5265065" y="2535907"/>
                  </a:lnTo>
                  <a:lnTo>
                    <a:pt x="5238745" y="2579672"/>
                  </a:lnTo>
                  <a:lnTo>
                    <a:pt x="5207211" y="2610931"/>
                  </a:lnTo>
                  <a:lnTo>
                    <a:pt x="5197455" y="26170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203263" y="2655189"/>
                  </a:lnTo>
                  <a:lnTo>
                    <a:pt x="203263" y="2636139"/>
                  </a:lnTo>
                  <a:lnTo>
                    <a:pt x="5080254" y="2636139"/>
                  </a:lnTo>
                  <a:lnTo>
                    <a:pt x="5080254" y="2655189"/>
                  </a:lnTo>
                  <a:close/>
                </a:path>
                <a:path w="5281930" h="2655570">
                  <a:moveTo>
                    <a:pt x="5080254" y="2655189"/>
                  </a:moveTo>
                  <a:lnTo>
                    <a:pt x="5080254" y="2636139"/>
                  </a:lnTo>
                  <a:lnTo>
                    <a:pt x="5165478" y="2636139"/>
                  </a:lnTo>
                  <a:lnTo>
                    <a:pt x="5126715" y="2649896"/>
                  </a:lnTo>
                  <a:lnTo>
                    <a:pt x="5126508" y="2649896"/>
                  </a:lnTo>
                  <a:lnTo>
                    <a:pt x="5080254" y="2655189"/>
                  </a:lnTo>
                  <a:close/>
                </a:path>
              </a:pathLst>
            </a:custGeom>
            <a:solidFill>
              <a:srgbClr val="404A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83102" y="6233220"/>
              <a:ext cx="152400" cy="2617470"/>
            </a:xfrm>
            <a:custGeom>
              <a:avLst/>
              <a:gdLst/>
              <a:ahLst/>
              <a:cxnLst/>
              <a:rect l="l" t="t" r="r" b="b"/>
              <a:pathLst>
                <a:path w="152400" h="2617470">
                  <a:moveTo>
                    <a:pt x="77145" y="2616993"/>
                  </a:moveTo>
                  <a:lnTo>
                    <a:pt x="75255" y="2616993"/>
                  </a:lnTo>
                  <a:lnTo>
                    <a:pt x="46532" y="2611198"/>
                  </a:lnTo>
                  <a:lnTo>
                    <a:pt x="22312" y="2594871"/>
                  </a:lnTo>
                  <a:lnTo>
                    <a:pt x="5986" y="2570651"/>
                  </a:lnTo>
                  <a:lnTo>
                    <a:pt x="0" y="2540984"/>
                  </a:lnTo>
                  <a:lnTo>
                    <a:pt x="0" y="76200"/>
                  </a:lnTo>
                  <a:lnTo>
                    <a:pt x="5986" y="46532"/>
                  </a:lnTo>
                  <a:lnTo>
                    <a:pt x="22312" y="22312"/>
                  </a:lnTo>
                  <a:lnTo>
                    <a:pt x="46532" y="5986"/>
                  </a:lnTo>
                  <a:lnTo>
                    <a:pt x="76200" y="0"/>
                  </a:lnTo>
                  <a:lnTo>
                    <a:pt x="105867" y="5986"/>
                  </a:lnTo>
                  <a:lnTo>
                    <a:pt x="130087" y="22312"/>
                  </a:lnTo>
                  <a:lnTo>
                    <a:pt x="146414" y="46532"/>
                  </a:lnTo>
                  <a:lnTo>
                    <a:pt x="152399" y="76200"/>
                  </a:lnTo>
                  <a:lnTo>
                    <a:pt x="152399" y="2540984"/>
                  </a:lnTo>
                  <a:lnTo>
                    <a:pt x="146414" y="2570651"/>
                  </a:lnTo>
                  <a:lnTo>
                    <a:pt x="130087" y="2594871"/>
                  </a:lnTo>
                  <a:lnTo>
                    <a:pt x="105867" y="2611198"/>
                  </a:lnTo>
                  <a:lnTo>
                    <a:pt x="77145" y="2616993"/>
                  </a:lnTo>
                  <a:close/>
                </a:path>
              </a:pathLst>
            </a:custGeom>
            <a:solidFill>
              <a:srgbClr val="8B98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944420" y="6248233"/>
            <a:ext cx="4373880" cy="1932939"/>
          </a:xfrm>
          <a:prstGeom prst="rect">
            <a:avLst/>
          </a:prstGeom>
        </p:spPr>
        <p:txBody>
          <a:bodyPr wrap="square" lIns="0" tIns="287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dirty="0" sz="3150" spc="145">
                <a:solidFill>
                  <a:srgbClr val="EBECEF"/>
                </a:solidFill>
                <a:latin typeface="Cambria"/>
                <a:cs typeface="Cambria"/>
              </a:rPr>
              <a:t>Efficient</a:t>
            </a:r>
            <a:r>
              <a:rPr dirty="0" sz="3150" spc="55">
                <a:solidFill>
                  <a:srgbClr val="EBECEF"/>
                </a:solidFill>
                <a:latin typeface="Cambria"/>
                <a:cs typeface="Cambria"/>
              </a:rPr>
              <a:t> </a:t>
            </a:r>
            <a:r>
              <a:rPr dirty="0" sz="3150" spc="130">
                <a:solidFill>
                  <a:srgbClr val="EBECEF"/>
                </a:solidFill>
                <a:latin typeface="Cambria"/>
                <a:cs typeface="Cambria"/>
              </a:rPr>
              <a:t>Revision</a:t>
            </a:r>
            <a:endParaRPr sz="3150">
              <a:latin typeface="Cambria"/>
              <a:cs typeface="Cambria"/>
            </a:endParaRPr>
          </a:p>
          <a:p>
            <a:pPr marL="14604" marR="5080">
              <a:lnSpc>
                <a:spcPct val="137300"/>
              </a:lnSpc>
              <a:spcBef>
                <a:spcPts val="67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Great</a:t>
            </a:r>
            <a:r>
              <a:rPr dirty="0" sz="25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for</a:t>
            </a:r>
            <a:r>
              <a:rPr dirty="0" sz="25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last-minute</a:t>
            </a:r>
            <a:r>
              <a:rPr dirty="0" sz="2550" spc="4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revision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and</a:t>
            </a:r>
            <a:r>
              <a:rPr dirty="0" sz="2550" spc="4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clarifying</a:t>
            </a:r>
            <a:r>
              <a:rPr dirty="0" sz="25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tough</a:t>
            </a:r>
            <a:r>
              <a:rPr dirty="0" sz="25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concepts.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365" y="7960264"/>
            <a:ext cx="6570980" cy="12674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150" spc="800">
                <a:solidFill>
                  <a:srgbClr val="000000"/>
                </a:solidFill>
              </a:rPr>
              <a:t>PROTOTYPE</a:t>
            </a:r>
            <a:endParaRPr sz="8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797623" y="4331103"/>
            <a:ext cx="387350" cy="431165"/>
            <a:chOff x="7797623" y="4331103"/>
            <a:chExt cx="387350" cy="431165"/>
          </a:xfrm>
        </p:grpSpPr>
        <p:sp>
          <p:nvSpPr>
            <p:cNvPr id="3" name="object 3" descr=""/>
            <p:cNvSpPr/>
            <p:nvPr/>
          </p:nvSpPr>
          <p:spPr>
            <a:xfrm>
              <a:off x="8167680" y="4366954"/>
              <a:ext cx="6350" cy="12065"/>
            </a:xfrm>
            <a:custGeom>
              <a:avLst/>
              <a:gdLst/>
              <a:ahLst/>
              <a:cxnLst/>
              <a:rect l="l" t="t" r="r" b="b"/>
              <a:pathLst>
                <a:path w="6350" h="12064">
                  <a:moveTo>
                    <a:pt x="6025" y="11987"/>
                  </a:moveTo>
                  <a:lnTo>
                    <a:pt x="5605" y="8298"/>
                  </a:lnTo>
                  <a:lnTo>
                    <a:pt x="4477" y="4926"/>
                  </a:lnTo>
                  <a:lnTo>
                    <a:pt x="2913" y="2808"/>
                  </a:lnTo>
                  <a:lnTo>
                    <a:pt x="0" y="0"/>
                  </a:lnTo>
                </a:path>
              </a:pathLst>
            </a:custGeom>
            <a:ln w="213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7623" y="4347606"/>
              <a:ext cx="332549" cy="31571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871661" y="4341762"/>
              <a:ext cx="296545" cy="25400"/>
            </a:xfrm>
            <a:custGeom>
              <a:avLst/>
              <a:gdLst/>
              <a:ahLst/>
              <a:cxnLst/>
              <a:rect l="l" t="t" r="r" b="b"/>
              <a:pathLst>
                <a:path w="296545" h="25400">
                  <a:moveTo>
                    <a:pt x="296018" y="25192"/>
                  </a:moveTo>
                  <a:lnTo>
                    <a:pt x="1337" y="25040"/>
                  </a:lnTo>
                </a:path>
                <a:path w="296545" h="25400">
                  <a:moveTo>
                    <a:pt x="73415" y="0"/>
                  </a:moveTo>
                  <a:lnTo>
                    <a:pt x="0" y="14993"/>
                  </a:lnTo>
                </a:path>
                <a:path w="296545" h="25400">
                  <a:moveTo>
                    <a:pt x="246475" y="24656"/>
                  </a:moveTo>
                  <a:lnTo>
                    <a:pt x="246217" y="0"/>
                  </a:lnTo>
                </a:path>
              </a:pathLst>
            </a:custGeom>
            <a:ln w="2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701" y="4494575"/>
              <a:ext cx="70671" cy="1095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808282" y="4378941"/>
              <a:ext cx="365760" cy="372745"/>
            </a:xfrm>
            <a:custGeom>
              <a:avLst/>
              <a:gdLst/>
              <a:ahLst/>
              <a:cxnLst/>
              <a:rect l="l" t="t" r="r" b="b"/>
              <a:pathLst>
                <a:path w="365759" h="372745">
                  <a:moveTo>
                    <a:pt x="365491" y="372395"/>
                  </a:moveTo>
                  <a:lnTo>
                    <a:pt x="365422" y="0"/>
                  </a:lnTo>
                </a:path>
                <a:path w="365759" h="372745">
                  <a:moveTo>
                    <a:pt x="5" y="372395"/>
                  </a:moveTo>
                  <a:lnTo>
                    <a:pt x="0" y="7956"/>
                  </a:lnTo>
                </a:path>
                <a:path w="365759" h="372745">
                  <a:moveTo>
                    <a:pt x="318296" y="356861"/>
                  </a:moveTo>
                  <a:lnTo>
                    <a:pt x="311231" y="273716"/>
                  </a:lnTo>
                </a:path>
                <a:path w="365759" h="372745">
                  <a:moveTo>
                    <a:pt x="204745" y="349232"/>
                  </a:moveTo>
                  <a:lnTo>
                    <a:pt x="137416" y="329722"/>
                  </a:lnTo>
                </a:path>
                <a:path w="365759" h="372745">
                  <a:moveTo>
                    <a:pt x="204682" y="350287"/>
                  </a:moveTo>
                  <a:lnTo>
                    <a:pt x="205151" y="372395"/>
                  </a:lnTo>
                </a:path>
                <a:path w="365759" h="372745">
                  <a:moveTo>
                    <a:pt x="204018" y="289338"/>
                  </a:moveTo>
                  <a:lnTo>
                    <a:pt x="204681" y="350287"/>
                  </a:lnTo>
                </a:path>
                <a:path w="365759" h="372745">
                  <a:moveTo>
                    <a:pt x="318296" y="356861"/>
                  </a:moveTo>
                  <a:lnTo>
                    <a:pt x="285371" y="357182"/>
                  </a:lnTo>
                </a:path>
                <a:path w="365759" h="372745">
                  <a:moveTo>
                    <a:pt x="286153" y="289447"/>
                  </a:moveTo>
                  <a:lnTo>
                    <a:pt x="285328" y="372395"/>
                  </a:lnTo>
                </a:path>
                <a:path w="365759" h="372745">
                  <a:moveTo>
                    <a:pt x="231513" y="221918"/>
                  </a:moveTo>
                  <a:lnTo>
                    <a:pt x="244927" y="229702"/>
                  </a:lnTo>
                </a:path>
                <a:path w="365759" h="372745">
                  <a:moveTo>
                    <a:pt x="178651" y="265375"/>
                  </a:moveTo>
                  <a:lnTo>
                    <a:pt x="137416" y="329722"/>
                  </a:lnTo>
                </a:path>
              </a:pathLst>
            </a:custGeom>
            <a:ln w="2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0487" y="4837899"/>
            <a:ext cx="392826" cy="393006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0112535" y="7638048"/>
            <a:ext cx="373380" cy="384810"/>
          </a:xfrm>
          <a:custGeom>
            <a:avLst/>
            <a:gdLst/>
            <a:ahLst/>
            <a:cxnLst/>
            <a:rect l="l" t="t" r="r" b="b"/>
            <a:pathLst>
              <a:path w="373379" h="384809">
                <a:moveTo>
                  <a:pt x="289493" y="2770"/>
                </a:moveTo>
                <a:lnTo>
                  <a:pt x="354250" y="0"/>
                </a:lnTo>
                <a:lnTo>
                  <a:pt x="179353" y="176501"/>
                </a:lnTo>
                <a:lnTo>
                  <a:pt x="123866" y="125981"/>
                </a:lnTo>
              </a:path>
              <a:path w="373379" h="384809">
                <a:moveTo>
                  <a:pt x="11898" y="238378"/>
                </a:moveTo>
                <a:lnTo>
                  <a:pt x="123866" y="125981"/>
                </a:lnTo>
              </a:path>
              <a:path w="373379" h="384809">
                <a:moveTo>
                  <a:pt x="354670" y="60915"/>
                </a:moveTo>
                <a:lnTo>
                  <a:pt x="354250" y="0"/>
                </a:lnTo>
              </a:path>
              <a:path w="373379" h="384809">
                <a:moveTo>
                  <a:pt x="92719" y="277491"/>
                </a:moveTo>
                <a:lnTo>
                  <a:pt x="24481" y="277664"/>
                </a:lnTo>
              </a:path>
              <a:path w="373379" h="384809">
                <a:moveTo>
                  <a:pt x="93131" y="384511"/>
                </a:moveTo>
                <a:lnTo>
                  <a:pt x="92719" y="277491"/>
                </a:lnTo>
              </a:path>
              <a:path w="373379" h="384809">
                <a:moveTo>
                  <a:pt x="0" y="384533"/>
                </a:moveTo>
                <a:lnTo>
                  <a:pt x="373039" y="384526"/>
                </a:lnTo>
              </a:path>
              <a:path w="373379" h="384809">
                <a:moveTo>
                  <a:pt x="24481" y="277664"/>
                </a:moveTo>
                <a:lnTo>
                  <a:pt x="23922" y="384544"/>
                </a:lnTo>
              </a:path>
              <a:path w="373379" h="384809">
                <a:moveTo>
                  <a:pt x="222471" y="223655"/>
                </a:moveTo>
                <a:lnTo>
                  <a:pt x="153063" y="223647"/>
                </a:lnTo>
              </a:path>
              <a:path w="373379" h="384809">
                <a:moveTo>
                  <a:pt x="222549" y="384521"/>
                </a:moveTo>
                <a:lnTo>
                  <a:pt x="222471" y="223655"/>
                </a:lnTo>
              </a:path>
              <a:path w="373379" h="384809">
                <a:moveTo>
                  <a:pt x="153063" y="223647"/>
                </a:moveTo>
                <a:lnTo>
                  <a:pt x="153043" y="384498"/>
                </a:lnTo>
              </a:path>
              <a:path w="373379" h="384809">
                <a:moveTo>
                  <a:pt x="351605" y="130946"/>
                </a:moveTo>
                <a:lnTo>
                  <a:pt x="282432" y="131106"/>
                </a:lnTo>
              </a:path>
              <a:path w="373379" h="384809">
                <a:moveTo>
                  <a:pt x="351605" y="130946"/>
                </a:moveTo>
                <a:lnTo>
                  <a:pt x="351662" y="384499"/>
                </a:lnTo>
              </a:path>
              <a:path w="373379" h="384809">
                <a:moveTo>
                  <a:pt x="282432" y="131106"/>
                </a:moveTo>
                <a:lnTo>
                  <a:pt x="282367" y="384539"/>
                </a:lnTo>
              </a:path>
            </a:pathLst>
          </a:custGeom>
          <a:ln w="172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572947" y="7502866"/>
            <a:ext cx="1905" cy="44450"/>
          </a:xfrm>
          <a:custGeom>
            <a:avLst/>
            <a:gdLst/>
            <a:ahLst/>
            <a:cxnLst/>
            <a:rect l="l" t="t" r="r" b="b"/>
            <a:pathLst>
              <a:path w="1904" h="44450">
                <a:moveTo>
                  <a:pt x="1586" y="0"/>
                </a:moveTo>
                <a:lnTo>
                  <a:pt x="1439" y="20321"/>
                </a:lnTo>
                <a:lnTo>
                  <a:pt x="1097" y="33372"/>
                </a:lnTo>
                <a:lnTo>
                  <a:pt x="467" y="41620"/>
                </a:lnTo>
                <a:lnTo>
                  <a:pt x="0" y="44355"/>
                </a:lnTo>
              </a:path>
            </a:pathLst>
          </a:custGeom>
          <a:ln w="232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431830" y="7503214"/>
            <a:ext cx="1905" cy="44450"/>
          </a:xfrm>
          <a:custGeom>
            <a:avLst/>
            <a:gdLst/>
            <a:ahLst/>
            <a:cxnLst/>
            <a:rect l="l" t="t" r="r" b="b"/>
            <a:pathLst>
              <a:path w="1904" h="44450">
                <a:moveTo>
                  <a:pt x="1404" y="44007"/>
                </a:moveTo>
                <a:lnTo>
                  <a:pt x="1272" y="43243"/>
                </a:lnTo>
                <a:lnTo>
                  <a:pt x="624" y="34588"/>
                </a:lnTo>
                <a:lnTo>
                  <a:pt x="183" y="20621"/>
                </a:lnTo>
                <a:lnTo>
                  <a:pt x="0" y="0"/>
                </a:lnTo>
              </a:path>
            </a:pathLst>
          </a:custGeom>
          <a:ln w="232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574533" y="7137647"/>
            <a:ext cx="110489" cy="365760"/>
          </a:xfrm>
          <a:custGeom>
            <a:avLst/>
            <a:gdLst/>
            <a:ahLst/>
            <a:cxnLst/>
            <a:rect l="l" t="t" r="r" b="b"/>
            <a:pathLst>
              <a:path w="110490" h="365759">
                <a:moveTo>
                  <a:pt x="0" y="365219"/>
                </a:moveTo>
                <a:lnTo>
                  <a:pt x="14933" y="326333"/>
                </a:lnTo>
                <a:lnTo>
                  <a:pt x="17005" y="316154"/>
                </a:lnTo>
                <a:lnTo>
                  <a:pt x="33537" y="277094"/>
                </a:lnTo>
                <a:lnTo>
                  <a:pt x="61941" y="240769"/>
                </a:lnTo>
                <a:lnTo>
                  <a:pt x="72501" y="227740"/>
                </a:lnTo>
                <a:lnTo>
                  <a:pt x="96189" y="189570"/>
                </a:lnTo>
                <a:lnTo>
                  <a:pt x="108173" y="146732"/>
                </a:lnTo>
                <a:lnTo>
                  <a:pt x="109957" y="127734"/>
                </a:lnTo>
                <a:lnTo>
                  <a:pt x="109839" y="116794"/>
                </a:lnTo>
                <a:lnTo>
                  <a:pt x="102195" y="69561"/>
                </a:lnTo>
                <a:lnTo>
                  <a:pt x="82386" y="26935"/>
                </a:lnTo>
                <a:lnTo>
                  <a:pt x="68411" y="6602"/>
                </a:lnTo>
                <a:lnTo>
                  <a:pt x="62115" y="0"/>
                </a:lnTo>
              </a:path>
            </a:pathLst>
          </a:custGeom>
          <a:ln w="232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321825" y="7137647"/>
            <a:ext cx="252729" cy="365760"/>
          </a:xfrm>
          <a:custGeom>
            <a:avLst/>
            <a:gdLst/>
            <a:ahLst/>
            <a:cxnLst/>
            <a:rect l="l" t="t" r="r" b="b"/>
            <a:pathLst>
              <a:path w="252729" h="365759">
                <a:moveTo>
                  <a:pt x="49266" y="0"/>
                </a:moveTo>
                <a:lnTo>
                  <a:pt x="25479" y="30419"/>
                </a:lnTo>
                <a:lnTo>
                  <a:pt x="7169" y="71833"/>
                </a:lnTo>
                <a:lnTo>
                  <a:pt x="151" y="111791"/>
                </a:lnTo>
                <a:lnTo>
                  <a:pt x="0" y="120553"/>
                </a:lnTo>
                <a:lnTo>
                  <a:pt x="142" y="129316"/>
                </a:lnTo>
                <a:lnTo>
                  <a:pt x="7120" y="170884"/>
                </a:lnTo>
                <a:lnTo>
                  <a:pt x="23174" y="207131"/>
                </a:lnTo>
                <a:lnTo>
                  <a:pt x="53466" y="246690"/>
                </a:lnTo>
                <a:lnTo>
                  <a:pt x="62096" y="256797"/>
                </a:lnTo>
                <a:lnTo>
                  <a:pt x="85663" y="293261"/>
                </a:lnTo>
                <a:lnTo>
                  <a:pt x="95589" y="332050"/>
                </a:lnTo>
                <a:lnTo>
                  <a:pt x="96678" y="344857"/>
                </a:lnTo>
                <a:lnTo>
                  <a:pt x="98094" y="351846"/>
                </a:lnTo>
                <a:lnTo>
                  <a:pt x="100515" y="356526"/>
                </a:lnTo>
                <a:lnTo>
                  <a:pt x="102342" y="358830"/>
                </a:lnTo>
                <a:lnTo>
                  <a:pt x="110005" y="365567"/>
                </a:lnTo>
              </a:path>
              <a:path w="252729" h="365759">
                <a:moveTo>
                  <a:pt x="252708" y="365219"/>
                </a:moveTo>
                <a:lnTo>
                  <a:pt x="110005" y="365567"/>
                </a:lnTo>
              </a:path>
              <a:path w="252729" h="365759">
                <a:moveTo>
                  <a:pt x="181521" y="365741"/>
                </a:moveTo>
                <a:lnTo>
                  <a:pt x="181459" y="198099"/>
                </a:lnTo>
                <a:lnTo>
                  <a:pt x="243038" y="136274"/>
                </a:lnTo>
              </a:path>
              <a:path w="252729" h="365759">
                <a:moveTo>
                  <a:pt x="118900" y="135342"/>
                </a:moveTo>
                <a:lnTo>
                  <a:pt x="181459" y="198099"/>
                </a:lnTo>
              </a:path>
            </a:pathLst>
          </a:custGeom>
          <a:ln w="232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637964" y="2444939"/>
            <a:ext cx="14705330" cy="4997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272154">
              <a:lnSpc>
                <a:spcPct val="116900"/>
              </a:lnSpc>
              <a:spcBef>
                <a:spcPts val="90"/>
              </a:spcBef>
            </a:pP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Notes</a:t>
            </a:r>
            <a:r>
              <a:rPr dirty="0" sz="31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31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Comic</a:t>
            </a:r>
            <a:r>
              <a:rPr dirty="0" sz="31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successfully</a:t>
            </a:r>
            <a:r>
              <a:rPr dirty="0" sz="31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addresses</a:t>
            </a:r>
            <a:r>
              <a:rPr dirty="0" sz="31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study</a:t>
            </a:r>
            <a:r>
              <a:rPr dirty="0" sz="31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challenges</a:t>
            </a:r>
            <a:r>
              <a:rPr dirty="0" sz="31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such</a:t>
            </a:r>
            <a:r>
              <a:rPr dirty="0" sz="31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25">
                <a:solidFill>
                  <a:srgbClr val="FFFFFF"/>
                </a:solidFill>
                <a:latin typeface="Roboto"/>
                <a:cs typeface="Roboto"/>
              </a:rPr>
              <a:t>as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difficulty</a:t>
            </a:r>
            <a:r>
              <a:rPr dirty="0" sz="3100" spc="-10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understanding</a:t>
            </a:r>
            <a:r>
              <a:rPr dirty="0" sz="3100" spc="-10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lengthy</a:t>
            </a:r>
            <a:r>
              <a:rPr dirty="0" sz="3100" spc="-1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notes</a:t>
            </a:r>
            <a:endParaRPr sz="3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Lack</a:t>
            </a:r>
            <a:r>
              <a:rPr dirty="0" sz="31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dirty="0" sz="310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engaging</a:t>
            </a:r>
            <a:r>
              <a:rPr dirty="0" sz="310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study</a:t>
            </a:r>
            <a:r>
              <a:rPr dirty="0" sz="310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material</a:t>
            </a:r>
            <a:endParaRPr sz="3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No</a:t>
            </a:r>
            <a:r>
              <a:rPr dirty="0" sz="31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easy</a:t>
            </a:r>
            <a:r>
              <a:rPr dirty="0" sz="31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way</a:t>
            </a:r>
            <a:r>
              <a:rPr dirty="0" sz="31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dirty="0" sz="31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5">
                <a:solidFill>
                  <a:srgbClr val="FFFFFF"/>
                </a:solidFill>
                <a:latin typeface="Roboto"/>
                <a:cs typeface="Roboto"/>
              </a:rPr>
              <a:t>self-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test</a:t>
            </a:r>
            <a:r>
              <a:rPr dirty="0" sz="31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after</a:t>
            </a:r>
            <a:r>
              <a:rPr dirty="0" sz="31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studying</a:t>
            </a:r>
            <a:endParaRPr sz="3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100">
              <a:latin typeface="Roboto"/>
              <a:cs typeface="Roboto"/>
            </a:endParaRPr>
          </a:p>
          <a:p>
            <a:pPr marL="12700" marR="5080">
              <a:lnSpc>
                <a:spcPct val="116900"/>
              </a:lnSpc>
              <a:spcBef>
                <a:spcPts val="5"/>
              </a:spcBef>
            </a:pP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This</a:t>
            </a:r>
            <a:r>
              <a:rPr dirty="0" sz="31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platform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makes</a:t>
            </a:r>
            <a:r>
              <a:rPr dirty="0" sz="31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concepts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visual,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provides</a:t>
            </a:r>
            <a:r>
              <a:rPr dirty="0" sz="31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quizzes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20">
                <a:solidFill>
                  <a:srgbClr val="FFFFFF"/>
                </a:solidFill>
                <a:latin typeface="Roboto"/>
                <a:cs typeface="Roboto"/>
              </a:rPr>
              <a:t>automatically,</a:t>
            </a:r>
            <a:r>
              <a:rPr dirty="0" sz="31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stores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25">
                <a:solidFill>
                  <a:srgbClr val="FFFFFF"/>
                </a:solidFill>
                <a:latin typeface="Roboto"/>
                <a:cs typeface="Roboto"/>
              </a:rPr>
              <a:t>all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progress</a:t>
            </a:r>
            <a:r>
              <a:rPr dirty="0" sz="31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one</a:t>
            </a:r>
            <a:r>
              <a:rPr dirty="0" sz="31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place.</a:t>
            </a:r>
            <a:endParaRPr sz="3100">
              <a:latin typeface="Roboto"/>
              <a:cs typeface="Roboto"/>
            </a:endParaRPr>
          </a:p>
          <a:p>
            <a:pPr marL="12700" marR="10160">
              <a:lnSpc>
                <a:spcPct val="116900"/>
              </a:lnSpc>
            </a:pP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Students</a:t>
            </a:r>
            <a:r>
              <a:rPr dirty="0" sz="3100" spc="-8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understand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faster,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remember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better,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dirty="0" sz="3100" spc="-8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can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measure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>
                <a:solidFill>
                  <a:srgbClr val="FFFFFF"/>
                </a:solidFill>
                <a:latin typeface="Roboto"/>
                <a:cs typeface="Roboto"/>
              </a:rPr>
              <a:t>their</a:t>
            </a:r>
            <a:r>
              <a:rPr dirty="0" sz="31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Roboto"/>
                <a:cs typeface="Roboto"/>
              </a:rPr>
              <a:t>improvements easily.</a:t>
            </a:r>
            <a:endParaRPr sz="3100">
              <a:latin typeface="Roboto"/>
              <a:cs typeface="Robo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317266" y="597338"/>
            <a:ext cx="845185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855" b="1">
                <a:latin typeface="Cambria"/>
                <a:cs typeface="Cambria"/>
              </a:rPr>
              <a:t>RESULT</a:t>
            </a:r>
            <a:r>
              <a:rPr dirty="0" sz="9200" spc="-70" b="1">
                <a:latin typeface="Cambria"/>
                <a:cs typeface="Cambria"/>
              </a:rPr>
              <a:t> </a:t>
            </a:r>
            <a:r>
              <a:rPr dirty="0" sz="9200" spc="830" b="1">
                <a:latin typeface="Cambria"/>
                <a:cs typeface="Cambria"/>
              </a:rPr>
              <a:t>OF</a:t>
            </a:r>
            <a:r>
              <a:rPr dirty="0" sz="9200" spc="-65" b="1">
                <a:latin typeface="Cambria"/>
                <a:cs typeface="Cambria"/>
              </a:rPr>
              <a:t> </a:t>
            </a:r>
            <a:r>
              <a:rPr dirty="0" sz="9200" spc="735" b="1">
                <a:latin typeface="Cambria"/>
                <a:cs typeface="Cambria"/>
              </a:rPr>
              <a:t>IT</a:t>
            </a:r>
            <a:endParaRPr sz="9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626110" cy="10287000"/>
            </a:xfrm>
            <a:custGeom>
              <a:avLst/>
              <a:gdLst/>
              <a:ahLst/>
              <a:cxnLst/>
              <a:rect l="l" t="t" r="r" b="b"/>
              <a:pathLst>
                <a:path w="626110" h="10287000">
                  <a:moveTo>
                    <a:pt x="0" y="10286999"/>
                  </a:moveTo>
                  <a:lnTo>
                    <a:pt x="625738" y="10286999"/>
                  </a:lnTo>
                  <a:lnTo>
                    <a:pt x="625738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A7A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25738" y="0"/>
              <a:ext cx="17662525" cy="10287000"/>
            </a:xfrm>
            <a:custGeom>
              <a:avLst/>
              <a:gdLst/>
              <a:ahLst/>
              <a:cxnLst/>
              <a:rect l="l" t="t" r="r" b="b"/>
              <a:pathLst>
                <a:path w="17662525" h="10287000">
                  <a:moveTo>
                    <a:pt x="1766225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7662259" y="0"/>
                  </a:lnTo>
                  <a:lnTo>
                    <a:pt x="17662259" y="10286999"/>
                  </a:lnTo>
                  <a:close/>
                </a:path>
              </a:pathLst>
            </a:custGeom>
            <a:solidFill>
              <a:srgbClr val="080D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857999" cy="1028699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10953" rIns="0" bIns="0" rtlCol="0" vert="horz">
            <a:spAutoFit/>
          </a:bodyPr>
          <a:lstStyle/>
          <a:p>
            <a:pPr marL="6822440">
              <a:lnSpc>
                <a:spcPct val="100000"/>
              </a:lnSpc>
              <a:spcBef>
                <a:spcPts val="110"/>
              </a:spcBef>
            </a:pPr>
            <a:r>
              <a:rPr dirty="0" spc="695"/>
              <a:t>CONCLU/ION!</a:t>
            </a:r>
          </a:p>
        </p:txBody>
      </p:sp>
      <p:pic>
        <p:nvPicPr>
          <p:cNvPr id="7" name="object 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6542" y="7698888"/>
            <a:ext cx="2997010" cy="779446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pc="200"/>
              <a:t>NOT</a:t>
            </a:r>
            <a:r>
              <a:rPr dirty="0" cap="small" spc="200"/>
              <a:t>e</a:t>
            </a:r>
            <a:r>
              <a:rPr dirty="0" spc="200"/>
              <a:t>s</a:t>
            </a:r>
            <a:r>
              <a:rPr dirty="0" spc="95"/>
              <a:t> </a:t>
            </a:r>
            <a:r>
              <a:rPr dirty="0" spc="65"/>
              <a:t>2</a:t>
            </a:r>
            <a:r>
              <a:rPr dirty="0" spc="95"/>
              <a:t> </a:t>
            </a:r>
            <a:r>
              <a:rPr dirty="0" spc="220"/>
              <a:t>COMIC</a:t>
            </a:r>
            <a:r>
              <a:rPr dirty="0" spc="95"/>
              <a:t> </a:t>
            </a:r>
            <a:r>
              <a:rPr dirty="0" spc="60"/>
              <a:t>TRANsFORMs</a:t>
            </a:r>
            <a:r>
              <a:rPr dirty="0" spc="100"/>
              <a:t> </a:t>
            </a:r>
            <a:r>
              <a:rPr dirty="0" spc="45"/>
              <a:t>TRAdITIONAL</a:t>
            </a:r>
            <a:r>
              <a:rPr dirty="0" spc="95"/>
              <a:t> </a:t>
            </a:r>
            <a:r>
              <a:rPr dirty="0" spc="110"/>
              <a:t>sTUdYING </a:t>
            </a:r>
            <a:r>
              <a:rPr dirty="0" spc="80"/>
              <a:t>INTO</a:t>
            </a:r>
            <a:r>
              <a:rPr dirty="0" spc="95"/>
              <a:t> </a:t>
            </a:r>
            <a:r>
              <a:rPr dirty="0"/>
              <a:t>A</a:t>
            </a:r>
            <a:r>
              <a:rPr dirty="0" spc="95"/>
              <a:t> </a:t>
            </a:r>
            <a:r>
              <a:rPr dirty="0" spc="55"/>
              <a:t>FUN,</a:t>
            </a:r>
            <a:r>
              <a:rPr dirty="0" spc="100"/>
              <a:t> </a:t>
            </a:r>
            <a:r>
              <a:rPr dirty="0"/>
              <a:t>VIsUAL,</a:t>
            </a:r>
            <a:r>
              <a:rPr dirty="0" spc="95"/>
              <a:t> </a:t>
            </a:r>
            <a:r>
              <a:rPr dirty="0" spc="215"/>
              <a:t>ANd</a:t>
            </a:r>
            <a:r>
              <a:rPr dirty="0" spc="100"/>
              <a:t> </a:t>
            </a:r>
            <a:r>
              <a:rPr dirty="0" spc="80"/>
              <a:t>INT</a:t>
            </a:r>
            <a:r>
              <a:rPr dirty="0" cap="small" spc="80"/>
              <a:t>e</a:t>
            </a:r>
            <a:r>
              <a:rPr dirty="0" spc="80"/>
              <a:t>RACTIV</a:t>
            </a:r>
            <a:r>
              <a:rPr dirty="0" cap="small" spc="80"/>
              <a:t>e</a:t>
            </a:r>
            <a:r>
              <a:rPr dirty="0" spc="95"/>
              <a:t> </a:t>
            </a:r>
            <a:r>
              <a:rPr dirty="0" cap="small" spc="135"/>
              <a:t>e</a:t>
            </a:r>
            <a:r>
              <a:rPr dirty="0" spc="135"/>
              <a:t>Xp</a:t>
            </a:r>
            <a:r>
              <a:rPr dirty="0" cap="small" spc="135"/>
              <a:t>e</a:t>
            </a:r>
            <a:r>
              <a:rPr dirty="0" spc="135"/>
              <a:t>RI</a:t>
            </a:r>
            <a:r>
              <a:rPr dirty="0" cap="small" spc="135"/>
              <a:t>e</a:t>
            </a:r>
            <a:r>
              <a:rPr dirty="0" spc="135"/>
              <a:t>NC</a:t>
            </a:r>
            <a:r>
              <a:rPr dirty="0" cap="small" spc="135"/>
              <a:t>e</a:t>
            </a:r>
            <a:r>
              <a:rPr dirty="0" spc="135"/>
              <a:t>.</a:t>
            </a:r>
          </a:p>
          <a:p>
            <a:pPr marL="12700" marR="262255">
              <a:lnSpc>
                <a:spcPct val="116399"/>
              </a:lnSpc>
            </a:pPr>
            <a:r>
              <a:rPr dirty="0" spc="65"/>
              <a:t>BY</a:t>
            </a:r>
            <a:r>
              <a:rPr dirty="0" spc="95"/>
              <a:t> </a:t>
            </a:r>
            <a:r>
              <a:rPr dirty="0" spc="150"/>
              <a:t>COMbINING</a:t>
            </a:r>
            <a:r>
              <a:rPr dirty="0" spc="100"/>
              <a:t> </a:t>
            </a:r>
            <a:r>
              <a:rPr dirty="0" spc="140"/>
              <a:t>COMICs,</a:t>
            </a:r>
            <a:r>
              <a:rPr dirty="0" spc="95"/>
              <a:t> </a:t>
            </a:r>
            <a:r>
              <a:rPr dirty="0" spc="150"/>
              <a:t>qUIZZ</a:t>
            </a:r>
            <a:r>
              <a:rPr dirty="0" cap="small" spc="150"/>
              <a:t>e</a:t>
            </a:r>
            <a:r>
              <a:rPr dirty="0" spc="150"/>
              <a:t>s,</a:t>
            </a:r>
            <a:r>
              <a:rPr dirty="0" spc="100"/>
              <a:t> </a:t>
            </a:r>
            <a:r>
              <a:rPr dirty="0" spc="215"/>
              <a:t>ANd</a:t>
            </a:r>
            <a:r>
              <a:rPr dirty="0" spc="95"/>
              <a:t> pROGR</a:t>
            </a:r>
            <a:r>
              <a:rPr dirty="0" cap="small" spc="95"/>
              <a:t>e</a:t>
            </a:r>
            <a:r>
              <a:rPr dirty="0" spc="95"/>
              <a:t>ss </a:t>
            </a:r>
            <a:r>
              <a:rPr dirty="0" spc="60"/>
              <a:t>TRACKING,</a:t>
            </a:r>
            <a:r>
              <a:rPr dirty="0" spc="114"/>
              <a:t> </a:t>
            </a:r>
            <a:r>
              <a:rPr dirty="0"/>
              <a:t>IT</a:t>
            </a:r>
            <a:r>
              <a:rPr dirty="0" spc="120"/>
              <a:t> </a:t>
            </a:r>
            <a:r>
              <a:rPr dirty="0"/>
              <a:t>sUppORTs</a:t>
            </a:r>
            <a:r>
              <a:rPr dirty="0" spc="120"/>
              <a:t> COMpL</a:t>
            </a:r>
            <a:r>
              <a:rPr dirty="0" cap="small" spc="120"/>
              <a:t>e</a:t>
            </a:r>
            <a:r>
              <a:rPr dirty="0" spc="120"/>
              <a:t>T</a:t>
            </a:r>
            <a:r>
              <a:rPr dirty="0" cap="small" spc="120"/>
              <a:t>e</a:t>
            </a:r>
            <a:r>
              <a:rPr dirty="0" spc="120"/>
              <a:t> </a:t>
            </a:r>
            <a:r>
              <a:rPr dirty="0" spc="110"/>
              <a:t>L</a:t>
            </a:r>
            <a:r>
              <a:rPr dirty="0" cap="small" spc="110"/>
              <a:t>e</a:t>
            </a:r>
            <a:r>
              <a:rPr dirty="0" spc="110"/>
              <a:t>ARNING</a:t>
            </a:r>
            <a:r>
              <a:rPr dirty="0" spc="120"/>
              <a:t> </a:t>
            </a:r>
            <a:r>
              <a:rPr dirty="0" spc="135"/>
              <a:t>IN</a:t>
            </a:r>
            <a:r>
              <a:rPr dirty="0" spc="120"/>
              <a:t> </a:t>
            </a:r>
            <a:r>
              <a:rPr dirty="0" spc="225"/>
              <a:t>ON</a:t>
            </a:r>
            <a:r>
              <a:rPr dirty="0" cap="small" spc="225"/>
              <a:t>e</a:t>
            </a:r>
            <a:r>
              <a:rPr dirty="0" spc="225"/>
              <a:t> </a:t>
            </a:r>
            <a:r>
              <a:rPr dirty="0" spc="-10"/>
              <a:t>pLATFORM.</a:t>
            </a:r>
          </a:p>
          <a:p>
            <a:pPr marL="12700" marR="1708785">
              <a:lnSpc>
                <a:spcPts val="4420"/>
              </a:lnSpc>
              <a:spcBef>
                <a:spcPts val="229"/>
              </a:spcBef>
            </a:pPr>
            <a:r>
              <a:rPr dirty="0" sz="3200" spc="65"/>
              <a:t>THIs</a:t>
            </a:r>
            <a:r>
              <a:rPr dirty="0" sz="3200" spc="70"/>
              <a:t> </a:t>
            </a:r>
            <a:r>
              <a:rPr dirty="0" sz="3200" spc="85"/>
              <a:t>pROJ</a:t>
            </a:r>
            <a:r>
              <a:rPr dirty="0" cap="small" sz="3200" spc="85"/>
              <a:t>e</a:t>
            </a:r>
            <a:r>
              <a:rPr dirty="0" sz="3200" spc="85"/>
              <a:t>CT</a:t>
            </a:r>
            <a:r>
              <a:rPr dirty="0" sz="3200" spc="70"/>
              <a:t> </a:t>
            </a:r>
            <a:r>
              <a:rPr dirty="0" sz="3200" spc="85"/>
              <a:t>pROV</a:t>
            </a:r>
            <a:r>
              <a:rPr dirty="0" cap="small" sz="3200" spc="85"/>
              <a:t>e</a:t>
            </a:r>
            <a:r>
              <a:rPr dirty="0" sz="3200" spc="85"/>
              <a:t>s</a:t>
            </a:r>
            <a:r>
              <a:rPr dirty="0" sz="3200" spc="75"/>
              <a:t> </a:t>
            </a:r>
            <a:r>
              <a:rPr dirty="0" sz="3200" spc="-60"/>
              <a:t>THAT</a:t>
            </a:r>
            <a:r>
              <a:rPr dirty="0" sz="3200" spc="70"/>
              <a:t> </a:t>
            </a:r>
            <a:r>
              <a:rPr dirty="0" sz="3200" spc="140"/>
              <a:t>AI</a:t>
            </a:r>
            <a:r>
              <a:rPr dirty="0" sz="3200" spc="75"/>
              <a:t> </a:t>
            </a:r>
            <a:r>
              <a:rPr dirty="0" sz="3200" spc="200"/>
              <a:t>CAN</a:t>
            </a:r>
            <a:r>
              <a:rPr dirty="0" sz="3200" spc="70"/>
              <a:t> </a:t>
            </a:r>
            <a:r>
              <a:rPr dirty="0" sz="3200" spc="40"/>
              <a:t>MAK</a:t>
            </a:r>
            <a:r>
              <a:rPr dirty="0" cap="small" sz="3200" spc="40"/>
              <a:t>e</a:t>
            </a:r>
            <a:r>
              <a:rPr dirty="0" sz="3200" spc="40"/>
              <a:t> </a:t>
            </a:r>
            <a:r>
              <a:rPr dirty="0" cap="small" sz="3200" spc="145"/>
              <a:t>e</a:t>
            </a:r>
            <a:r>
              <a:rPr dirty="0" sz="3200" spc="145"/>
              <a:t>dUCATION</a:t>
            </a:r>
            <a:r>
              <a:rPr dirty="0" sz="3200" spc="160"/>
              <a:t> </a:t>
            </a:r>
            <a:r>
              <a:rPr dirty="0" cap="small" sz="3200" spc="110"/>
              <a:t>e</a:t>
            </a:r>
            <a:r>
              <a:rPr dirty="0" sz="3200" spc="110"/>
              <a:t>AsI</a:t>
            </a:r>
            <a:r>
              <a:rPr dirty="0" cap="small" sz="3200" spc="110"/>
              <a:t>e</a:t>
            </a:r>
            <a:r>
              <a:rPr dirty="0" sz="3200" spc="110"/>
              <a:t>R,</a:t>
            </a:r>
            <a:r>
              <a:rPr dirty="0" sz="3200" spc="170"/>
              <a:t> </a:t>
            </a:r>
            <a:r>
              <a:rPr dirty="0" sz="3200"/>
              <a:t>sMART</a:t>
            </a:r>
            <a:r>
              <a:rPr dirty="0" cap="small" sz="3200"/>
              <a:t>e</a:t>
            </a:r>
            <a:r>
              <a:rPr dirty="0" sz="3200"/>
              <a:t>R,</a:t>
            </a:r>
            <a:r>
              <a:rPr dirty="0" sz="3200" spc="175"/>
              <a:t> </a:t>
            </a:r>
            <a:r>
              <a:rPr dirty="0" sz="3200" spc="240"/>
              <a:t>ANd</a:t>
            </a:r>
            <a:r>
              <a:rPr dirty="0" sz="3200" spc="160"/>
              <a:t> </a:t>
            </a:r>
            <a:r>
              <a:rPr dirty="0" sz="3200" spc="105"/>
              <a:t>MOR</a:t>
            </a:r>
            <a:r>
              <a:rPr dirty="0" cap="small" sz="3200" spc="105"/>
              <a:t>e</a:t>
            </a:r>
            <a:endParaRPr sz="3200"/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3200" spc="145"/>
              <a:t>p</a:t>
            </a:r>
            <a:r>
              <a:rPr dirty="0" cap="small" sz="3200" spc="145"/>
              <a:t>e</a:t>
            </a:r>
            <a:r>
              <a:rPr dirty="0" sz="3200" spc="145"/>
              <a:t>RsONALIZ</a:t>
            </a:r>
            <a:r>
              <a:rPr dirty="0" cap="small" sz="3200" spc="145"/>
              <a:t>e</a:t>
            </a:r>
            <a:r>
              <a:rPr dirty="0" sz="3200" spc="145"/>
              <a:t>d</a:t>
            </a:r>
            <a:r>
              <a:rPr dirty="0" sz="3200" spc="130"/>
              <a:t> </a:t>
            </a:r>
            <a:r>
              <a:rPr dirty="0" sz="3200"/>
              <a:t>FOR</a:t>
            </a:r>
            <a:r>
              <a:rPr dirty="0" sz="3200" spc="130"/>
              <a:t> </a:t>
            </a:r>
            <a:r>
              <a:rPr dirty="0" cap="small" sz="3200" spc="120"/>
              <a:t>e</a:t>
            </a:r>
            <a:r>
              <a:rPr dirty="0" sz="3200" spc="120"/>
              <a:t>V</a:t>
            </a:r>
            <a:r>
              <a:rPr dirty="0" cap="small" sz="3200" spc="120"/>
              <a:t>e</a:t>
            </a:r>
            <a:r>
              <a:rPr dirty="0" sz="3200" spc="120"/>
              <a:t>RY</a:t>
            </a:r>
            <a:r>
              <a:rPr dirty="0" sz="3200" spc="130"/>
              <a:t> </a:t>
            </a:r>
            <a:r>
              <a:rPr dirty="0" sz="3200" spc="80"/>
              <a:t>sTUd</a:t>
            </a:r>
            <a:r>
              <a:rPr dirty="0" cap="small" sz="3200" spc="80"/>
              <a:t>e</a:t>
            </a:r>
            <a:r>
              <a:rPr dirty="0" sz="3200" spc="80"/>
              <a:t>NT.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853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10"/>
              </a:spcBef>
            </a:pPr>
            <a:r>
              <a:rPr dirty="0" spc="310"/>
              <a:t>Meet</a:t>
            </a:r>
            <a:r>
              <a:rPr dirty="0" spc="50"/>
              <a:t> </a:t>
            </a:r>
            <a:r>
              <a:rPr dirty="0" spc="540"/>
              <a:t>Our</a:t>
            </a:r>
            <a:r>
              <a:rPr dirty="0" spc="50"/>
              <a:t> </a:t>
            </a:r>
            <a:r>
              <a:rPr dirty="0" spc="470"/>
              <a:t>Team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587" y="3816824"/>
            <a:ext cx="95250" cy="95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587" y="4369573"/>
            <a:ext cx="95250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587" y="4922320"/>
            <a:ext cx="95250" cy="952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5112" y="5481871"/>
            <a:ext cx="104775" cy="1047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79537" y="2844977"/>
            <a:ext cx="5821680" cy="2870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50">
                <a:solidFill>
                  <a:srgbClr val="EBECEF"/>
                </a:solidFill>
                <a:latin typeface="Arial MT"/>
                <a:cs typeface="Arial MT"/>
              </a:rPr>
              <a:t>The</a:t>
            </a:r>
            <a:r>
              <a:rPr dirty="0" sz="3050" spc="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EBECEF"/>
                </a:solidFill>
                <a:latin typeface="Arial MT"/>
                <a:cs typeface="Arial MT"/>
              </a:rPr>
              <a:t>minds</a:t>
            </a:r>
            <a:r>
              <a:rPr dirty="0" sz="3050" spc="2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EBECEF"/>
                </a:solidFill>
                <a:latin typeface="Arial MT"/>
                <a:cs typeface="Arial MT"/>
              </a:rPr>
              <a:t>behind</a:t>
            </a:r>
            <a:r>
              <a:rPr dirty="0" sz="3050" spc="1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EBECEF"/>
                </a:solidFill>
                <a:latin typeface="Arial MT"/>
                <a:cs typeface="Arial MT"/>
              </a:rPr>
              <a:t>Notes</a:t>
            </a:r>
            <a:r>
              <a:rPr dirty="0" sz="3050" spc="2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EBECEF"/>
                </a:solidFill>
                <a:latin typeface="Arial MT"/>
                <a:cs typeface="Arial MT"/>
              </a:rPr>
              <a:t>2</a:t>
            </a:r>
            <a:r>
              <a:rPr dirty="0" sz="3050" spc="1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3050" spc="-10">
                <a:solidFill>
                  <a:srgbClr val="EBECEF"/>
                </a:solidFill>
                <a:latin typeface="Arial MT"/>
                <a:cs typeface="Arial MT"/>
              </a:rPr>
              <a:t>Comic</a:t>
            </a:r>
            <a:endParaRPr sz="3050">
              <a:latin typeface="Arial MT"/>
              <a:cs typeface="Arial MT"/>
            </a:endParaRPr>
          </a:p>
          <a:p>
            <a:pPr marL="402590">
              <a:lnSpc>
                <a:spcPct val="100000"/>
              </a:lnSpc>
              <a:spcBef>
                <a:spcPts val="243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D.</a:t>
            </a:r>
            <a:r>
              <a:rPr dirty="0" sz="2550" spc="1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Meghana</a:t>
            </a:r>
            <a:endParaRPr sz="2550">
              <a:latin typeface="Arial MT"/>
              <a:cs typeface="Arial MT"/>
            </a:endParaRPr>
          </a:p>
          <a:p>
            <a:pPr marL="402590">
              <a:lnSpc>
                <a:spcPct val="100000"/>
              </a:lnSpc>
              <a:spcBef>
                <a:spcPts val="1295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K.</a:t>
            </a:r>
            <a:r>
              <a:rPr dirty="0" sz="2550" spc="2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Sai</a:t>
            </a:r>
            <a:r>
              <a:rPr dirty="0" sz="2550" spc="3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BECEF"/>
                </a:solidFill>
                <a:latin typeface="Arial MT"/>
                <a:cs typeface="Arial MT"/>
              </a:rPr>
              <a:t>Nandana</a:t>
            </a:r>
            <a:endParaRPr sz="2550">
              <a:latin typeface="Arial MT"/>
              <a:cs typeface="Arial MT"/>
            </a:endParaRPr>
          </a:p>
          <a:p>
            <a:pPr marL="402590">
              <a:lnSpc>
                <a:spcPct val="100000"/>
              </a:lnSpc>
              <a:spcBef>
                <a:spcPts val="1290"/>
              </a:spcBef>
            </a:pP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L.</a:t>
            </a:r>
            <a:r>
              <a:rPr dirty="0" sz="2550" spc="2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BECEF"/>
                </a:solidFill>
                <a:latin typeface="Arial MT"/>
                <a:cs typeface="Arial MT"/>
              </a:rPr>
              <a:t>Jaya</a:t>
            </a:r>
            <a:r>
              <a:rPr dirty="0" sz="2550" spc="3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EBECEF"/>
                </a:solidFill>
                <a:latin typeface="Arial MT"/>
                <a:cs typeface="Arial MT"/>
              </a:rPr>
              <a:t>Shree</a:t>
            </a:r>
            <a:endParaRPr sz="255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1320"/>
              </a:spcBef>
            </a:pPr>
            <a:r>
              <a:rPr dirty="0" sz="2650">
                <a:solidFill>
                  <a:srgbClr val="EBECEF"/>
                </a:solidFill>
                <a:latin typeface="Arial MT"/>
                <a:cs typeface="Arial MT"/>
              </a:rPr>
              <a:t>T.</a:t>
            </a:r>
            <a:r>
              <a:rPr dirty="0" sz="2650" spc="35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650">
                <a:solidFill>
                  <a:srgbClr val="EBECEF"/>
                </a:solidFill>
                <a:latin typeface="Arial MT"/>
                <a:cs typeface="Arial MT"/>
              </a:rPr>
              <a:t>Preethi</a:t>
            </a:r>
            <a:r>
              <a:rPr dirty="0" sz="2650" spc="50">
                <a:solidFill>
                  <a:srgbClr val="EBECEF"/>
                </a:solidFill>
                <a:latin typeface="Arial MT"/>
                <a:cs typeface="Arial MT"/>
              </a:rPr>
              <a:t> </a:t>
            </a:r>
            <a:r>
              <a:rPr dirty="0" sz="2650" spc="-25">
                <a:solidFill>
                  <a:srgbClr val="EBECEF"/>
                </a:solidFill>
                <a:latin typeface="Arial MT"/>
                <a:cs typeface="Arial MT"/>
              </a:rPr>
              <a:t>Ann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33565" y="6098056"/>
            <a:ext cx="10220960" cy="2309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950" spc="1035">
                <a:solidFill>
                  <a:srgbClr val="FFFFFF"/>
                </a:solidFill>
                <a:latin typeface="Cambria"/>
                <a:cs typeface="Cambria"/>
              </a:rPr>
              <a:t>Thank</a:t>
            </a:r>
            <a:r>
              <a:rPr dirty="0" sz="1495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950" spc="665">
                <a:solidFill>
                  <a:srgbClr val="FFFFFF"/>
                </a:solidFill>
                <a:latin typeface="Cambria"/>
                <a:cs typeface="Cambria"/>
              </a:rPr>
              <a:t>you!</a:t>
            </a:r>
            <a:endParaRPr sz="149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